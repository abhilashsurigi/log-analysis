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3A3E5F"/>
        </a:fontRef>
        <a:srgbClr val="3A3E5F"/>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rgbClr val="CAE0DB"/>
          </a:solidFill>
        </a:fill>
      </a:tcStyle>
    </a:wholeTbl>
    <a:band2H>
      <a:tcTxStyle b="def" i="def"/>
      <a:tcStyle>
        <a:tcBdr/>
        <a:fill>
          <a:solidFill>
            <a:srgbClr val="E6F0EE"/>
          </a:solidFill>
        </a:fill>
      </a:tcStyle>
    </a:band2H>
    <a:firstCol>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1"/>
          </a:solidFill>
        </a:fill>
      </a:tcStyle>
    </a:firstCol>
    <a:la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381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1"/>
          </a:solidFill>
        </a:fill>
      </a:tcStyle>
    </a:lastRow>
    <a:fir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381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1"/>
          </a:solidFill>
        </a:fill>
      </a:tcStyle>
    </a:firstRow>
  </a:tblStyle>
  <a:tblStyle styleId="{C7B018BB-80A7-4F77-B60F-C8B233D01FF8}" styleName="">
    <a:tblBg/>
    <a:wholeTbl>
      <a:tcTxStyle b="off" i="off">
        <a:fontRef idx="minor">
          <a:srgbClr val="3A3E5F"/>
        </a:fontRef>
        <a:srgbClr val="3A3E5F"/>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rgbClr val="FCEACC"/>
          </a:solidFill>
        </a:fill>
      </a:tcStyle>
    </a:wholeTbl>
    <a:band2H>
      <a:tcTxStyle b="def" i="def"/>
      <a:tcStyle>
        <a:tcBdr/>
        <a:fill>
          <a:solidFill>
            <a:srgbClr val="FEF5E7"/>
          </a:solidFill>
        </a:fill>
      </a:tcStyle>
    </a:band2H>
    <a:firstCol>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3"/>
          </a:solidFill>
        </a:fill>
      </a:tcStyle>
    </a:firstCol>
    <a:la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381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3"/>
          </a:solidFill>
        </a:fill>
      </a:tcStyle>
    </a:lastRow>
    <a:fir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381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3"/>
          </a:solidFill>
        </a:fill>
      </a:tcStyle>
    </a:firstRow>
  </a:tblStyle>
  <a:tblStyle styleId="{EEE7283C-3CF3-47DC-8721-378D4A62B228}" styleName="">
    <a:tblBg/>
    <a:wholeTbl>
      <a:tcTxStyle b="off" i="off">
        <a:fontRef idx="minor">
          <a:srgbClr val="3A3E5F"/>
        </a:fontRef>
        <a:srgbClr val="3A3E5F"/>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4">
              <a:lumOff val="44000"/>
            </a:schemeClr>
          </a:solidFill>
        </a:fill>
      </a:tcStyle>
    </a:wholeTbl>
    <a:band2H>
      <a:tcTxStyle b="def" i="def"/>
      <a:tcStyle>
        <a:tcBdr/>
        <a:fill>
          <a:solidFill>
            <a:schemeClr val="accent4">
              <a:lumOff val="44000"/>
            </a:schemeClr>
          </a:solidFill>
        </a:fill>
      </a:tcStyle>
    </a:band2H>
    <a:firstCol>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4">
              <a:lumOff val="44000"/>
            </a:schemeClr>
          </a:solidFill>
        </a:fill>
      </a:tcStyle>
    </a:firstCol>
    <a:la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381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4">
              <a:lumOff val="44000"/>
            </a:schemeClr>
          </a:solidFill>
        </a:fill>
      </a:tcStyle>
    </a:lastRow>
    <a:fir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381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chemeClr val="accent4">
              <a:lumOff val="44000"/>
            </a:schemeClr>
          </a:solidFill>
        </a:fill>
      </a:tcStyle>
    </a:firstRow>
  </a:tblStyle>
  <a:tblStyle styleId="{CF821DB8-F4EB-4A41-A1BA-3FCAFE7338EE}" styleName="">
    <a:tblBg/>
    <a:wholeTbl>
      <a:tcTxStyle b="off" i="off">
        <a:fontRef idx="minor">
          <a:srgbClr val="3A3E5F"/>
        </a:fontRef>
        <a:srgbClr val="3A3E5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8E9"/>
          </a:solidFill>
        </a:fill>
      </a:tcStyle>
    </a:wholeTbl>
    <a:band2H>
      <a:tcTxStyle b="def" i="def"/>
      <a:tcStyle>
        <a:tcBdr/>
        <a:fill>
          <a:solidFill>
            <a:schemeClr val="accent4">
              <a:lumOff val="44000"/>
            </a:schemeClr>
          </a:solidFill>
        </a:fill>
      </a:tcStyle>
    </a:band2H>
    <a:firstCol>
      <a:tcTxStyle b="on" i="off">
        <a:fontRef idx="minor">
          <a:schemeClr val="accent4">
            <a:lumOff val="44000"/>
          </a:schemeClr>
        </a:fontRef>
        <a:schemeClr val="accent4">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A3E5F"/>
        </a:fontRef>
        <a:srgbClr val="3A3E5F"/>
      </a:tcTxStyle>
      <a:tcStyle>
        <a:tcBdr>
          <a:left>
            <a:ln w="12700" cap="flat">
              <a:noFill/>
              <a:miter lim="400000"/>
            </a:ln>
          </a:left>
          <a:right>
            <a:ln w="12700" cap="flat">
              <a:noFill/>
              <a:miter lim="400000"/>
            </a:ln>
          </a:right>
          <a:top>
            <a:ln w="50800" cap="flat">
              <a:solidFill>
                <a:srgbClr val="3A3E5F"/>
              </a:solidFill>
              <a:prstDash val="solid"/>
              <a:round/>
            </a:ln>
          </a:top>
          <a:bottom>
            <a:ln w="25400" cap="flat">
              <a:solidFill>
                <a:srgbClr val="3A3E5F"/>
              </a:solidFill>
              <a:prstDash val="solid"/>
              <a:round/>
            </a:ln>
          </a:bottom>
          <a:insideH>
            <a:ln w="12700" cap="flat">
              <a:noFill/>
              <a:miter lim="400000"/>
            </a:ln>
          </a:insideH>
          <a:insideV>
            <a:ln w="12700" cap="flat">
              <a:noFill/>
              <a:miter lim="400000"/>
            </a:ln>
          </a:insideV>
        </a:tcBdr>
        <a:fill>
          <a:solidFill>
            <a:schemeClr val="accent4">
              <a:lumOff val="44000"/>
            </a:schemeClr>
          </a:solidFill>
        </a:fill>
      </a:tcStyle>
    </a:lastRow>
    <a:firstRow>
      <a:tcTxStyle b="on" i="off">
        <a:fontRef idx="minor">
          <a:schemeClr val="accent4">
            <a:lumOff val="44000"/>
          </a:schemeClr>
        </a:fontRef>
        <a:schemeClr val="accent4">
          <a:lumOff val="44000"/>
        </a:schemeClr>
      </a:tcTxStyle>
      <a:tcStyle>
        <a:tcBdr>
          <a:left>
            <a:ln w="12700" cap="flat">
              <a:noFill/>
              <a:miter lim="400000"/>
            </a:ln>
          </a:left>
          <a:right>
            <a:ln w="12700" cap="flat">
              <a:noFill/>
              <a:miter lim="400000"/>
            </a:ln>
          </a:right>
          <a:top>
            <a:ln w="25400" cap="flat">
              <a:solidFill>
                <a:srgbClr val="3A3E5F"/>
              </a:solidFill>
              <a:prstDash val="solid"/>
              <a:round/>
            </a:ln>
          </a:top>
          <a:bottom>
            <a:ln w="25400" cap="flat">
              <a:solidFill>
                <a:srgbClr val="3A3E5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A3E5F"/>
        </a:fontRef>
        <a:srgbClr val="3A3E5F"/>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rgbClr val="CDCDD1"/>
          </a:solidFill>
        </a:fill>
      </a:tcStyle>
    </a:wholeTbl>
    <a:band2H>
      <a:tcTxStyle b="def" i="def"/>
      <a:tcStyle>
        <a:tcBdr/>
        <a:fill>
          <a:solidFill>
            <a:srgbClr val="E7E8E9"/>
          </a:solidFill>
        </a:fill>
      </a:tcStyle>
    </a:band2H>
    <a:firstCol>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rgbClr val="3A3E5F"/>
          </a:solidFill>
        </a:fill>
      </a:tcStyle>
    </a:firstCol>
    <a:la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38100" cap="flat">
              <a:solidFill>
                <a:schemeClr val="accent4">
                  <a:lumOff val="44000"/>
                </a:schemeClr>
              </a:solidFill>
              <a:prstDash val="solid"/>
              <a:round/>
            </a:ln>
          </a:top>
          <a:bottom>
            <a:ln w="127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rgbClr val="3A3E5F"/>
          </a:solidFill>
        </a:fill>
      </a:tcStyle>
    </a:lastRow>
    <a:firstRow>
      <a:tcTxStyle b="on" i="off">
        <a:fontRef idx="minor">
          <a:schemeClr val="accent4">
            <a:lumOff val="44000"/>
          </a:schemeClr>
        </a:fontRef>
        <a:schemeClr val="accent4">
          <a:lumOff val="44000"/>
        </a:schemeClr>
      </a:tcTxStyle>
      <a:tcStyle>
        <a:tcBdr>
          <a:left>
            <a:ln w="12700" cap="flat">
              <a:solidFill>
                <a:schemeClr val="accent4">
                  <a:lumOff val="44000"/>
                </a:schemeClr>
              </a:solidFill>
              <a:prstDash val="solid"/>
              <a:round/>
            </a:ln>
          </a:left>
          <a:right>
            <a:ln w="12700" cap="flat">
              <a:solidFill>
                <a:schemeClr val="accent4">
                  <a:lumOff val="44000"/>
                </a:schemeClr>
              </a:solidFill>
              <a:prstDash val="solid"/>
              <a:round/>
            </a:ln>
          </a:right>
          <a:top>
            <a:ln w="12700" cap="flat">
              <a:solidFill>
                <a:schemeClr val="accent4">
                  <a:lumOff val="44000"/>
                </a:schemeClr>
              </a:solidFill>
              <a:prstDash val="solid"/>
              <a:round/>
            </a:ln>
          </a:top>
          <a:bottom>
            <a:ln w="38100" cap="flat">
              <a:solidFill>
                <a:schemeClr val="accent4">
                  <a:lumOff val="44000"/>
                </a:schemeClr>
              </a:solidFill>
              <a:prstDash val="solid"/>
              <a:round/>
            </a:ln>
          </a:bottom>
          <a:insideH>
            <a:ln w="12700" cap="flat">
              <a:solidFill>
                <a:schemeClr val="accent4">
                  <a:lumOff val="44000"/>
                </a:schemeClr>
              </a:solidFill>
              <a:prstDash val="solid"/>
              <a:round/>
            </a:ln>
          </a:insideH>
          <a:insideV>
            <a:ln w="12700" cap="flat">
              <a:solidFill>
                <a:schemeClr val="accent4">
                  <a:lumOff val="44000"/>
                </a:schemeClr>
              </a:solidFill>
              <a:prstDash val="solid"/>
              <a:round/>
            </a:ln>
          </a:insideV>
        </a:tcBdr>
        <a:fill>
          <a:solidFill>
            <a:srgbClr val="3A3E5F"/>
          </a:solidFill>
        </a:fill>
      </a:tcStyle>
    </a:firstRow>
  </a:tblStyle>
  <a:tblStyle styleId="{2708684C-4D16-4618-839F-0558EEFCDFE6}" styleName="">
    <a:tblBg/>
    <a:wholeTbl>
      <a:tcTxStyle b="off" i="off">
        <a:fontRef idx="minor">
          <a:srgbClr val="3A3E5F"/>
        </a:fontRef>
        <a:srgbClr val="3A3E5F"/>
      </a:tcTxStyle>
      <a:tcStyle>
        <a:tcBdr>
          <a:left>
            <a:ln w="12700" cap="flat">
              <a:solidFill>
                <a:srgbClr val="3A3E5F"/>
              </a:solidFill>
              <a:prstDash val="solid"/>
              <a:round/>
            </a:ln>
          </a:left>
          <a:right>
            <a:ln w="12700" cap="flat">
              <a:solidFill>
                <a:srgbClr val="3A3E5F"/>
              </a:solidFill>
              <a:prstDash val="solid"/>
              <a:round/>
            </a:ln>
          </a:right>
          <a:top>
            <a:ln w="12700" cap="flat">
              <a:solidFill>
                <a:srgbClr val="3A3E5F"/>
              </a:solidFill>
              <a:prstDash val="solid"/>
              <a:round/>
            </a:ln>
          </a:top>
          <a:bottom>
            <a:ln w="12700" cap="flat">
              <a:solidFill>
                <a:srgbClr val="3A3E5F"/>
              </a:solidFill>
              <a:prstDash val="solid"/>
              <a:round/>
            </a:ln>
          </a:bottom>
          <a:insideH>
            <a:ln w="12700" cap="flat">
              <a:solidFill>
                <a:srgbClr val="3A3E5F"/>
              </a:solidFill>
              <a:prstDash val="solid"/>
              <a:round/>
            </a:ln>
          </a:insideH>
          <a:insideV>
            <a:ln w="12700" cap="flat">
              <a:solidFill>
                <a:srgbClr val="3A3E5F"/>
              </a:solidFill>
              <a:prstDash val="solid"/>
              <a:round/>
            </a:ln>
          </a:insideV>
        </a:tcBdr>
        <a:fill>
          <a:solidFill>
            <a:srgbClr val="3A3E5F">
              <a:alpha val="20000"/>
            </a:srgbClr>
          </a:solidFill>
        </a:fill>
      </a:tcStyle>
    </a:wholeTbl>
    <a:band2H>
      <a:tcTxStyle b="def" i="def"/>
      <a:tcStyle>
        <a:tcBdr/>
        <a:fill>
          <a:solidFill>
            <a:schemeClr val="accent4">
              <a:lumOff val="44000"/>
            </a:schemeClr>
          </a:solidFill>
        </a:fill>
      </a:tcStyle>
    </a:band2H>
    <a:firstCol>
      <a:tcTxStyle b="on" i="off">
        <a:fontRef idx="minor">
          <a:srgbClr val="3A3E5F"/>
        </a:fontRef>
        <a:srgbClr val="3A3E5F"/>
      </a:tcTxStyle>
      <a:tcStyle>
        <a:tcBdr>
          <a:left>
            <a:ln w="12700" cap="flat">
              <a:solidFill>
                <a:srgbClr val="3A3E5F"/>
              </a:solidFill>
              <a:prstDash val="solid"/>
              <a:round/>
            </a:ln>
          </a:left>
          <a:right>
            <a:ln w="12700" cap="flat">
              <a:solidFill>
                <a:srgbClr val="3A3E5F"/>
              </a:solidFill>
              <a:prstDash val="solid"/>
              <a:round/>
            </a:ln>
          </a:right>
          <a:top>
            <a:ln w="12700" cap="flat">
              <a:solidFill>
                <a:srgbClr val="3A3E5F"/>
              </a:solidFill>
              <a:prstDash val="solid"/>
              <a:round/>
            </a:ln>
          </a:top>
          <a:bottom>
            <a:ln w="12700" cap="flat">
              <a:solidFill>
                <a:srgbClr val="3A3E5F"/>
              </a:solidFill>
              <a:prstDash val="solid"/>
              <a:round/>
            </a:ln>
          </a:bottom>
          <a:insideH>
            <a:ln w="12700" cap="flat">
              <a:solidFill>
                <a:srgbClr val="3A3E5F"/>
              </a:solidFill>
              <a:prstDash val="solid"/>
              <a:round/>
            </a:ln>
          </a:insideH>
          <a:insideV>
            <a:ln w="12700" cap="flat">
              <a:solidFill>
                <a:srgbClr val="3A3E5F"/>
              </a:solidFill>
              <a:prstDash val="solid"/>
              <a:round/>
            </a:ln>
          </a:insideV>
        </a:tcBdr>
        <a:fill>
          <a:solidFill>
            <a:srgbClr val="3A3E5F">
              <a:alpha val="20000"/>
            </a:srgbClr>
          </a:solidFill>
        </a:fill>
      </a:tcStyle>
    </a:firstCol>
    <a:lastRow>
      <a:tcTxStyle b="on" i="off">
        <a:fontRef idx="minor">
          <a:srgbClr val="3A3E5F"/>
        </a:fontRef>
        <a:srgbClr val="3A3E5F"/>
      </a:tcTxStyle>
      <a:tcStyle>
        <a:tcBdr>
          <a:left>
            <a:ln w="12700" cap="flat">
              <a:solidFill>
                <a:srgbClr val="3A3E5F"/>
              </a:solidFill>
              <a:prstDash val="solid"/>
              <a:round/>
            </a:ln>
          </a:left>
          <a:right>
            <a:ln w="12700" cap="flat">
              <a:solidFill>
                <a:srgbClr val="3A3E5F"/>
              </a:solidFill>
              <a:prstDash val="solid"/>
              <a:round/>
            </a:ln>
          </a:right>
          <a:top>
            <a:ln w="50800" cap="flat">
              <a:solidFill>
                <a:srgbClr val="3A3E5F"/>
              </a:solidFill>
              <a:prstDash val="solid"/>
              <a:round/>
            </a:ln>
          </a:top>
          <a:bottom>
            <a:ln w="12700" cap="flat">
              <a:solidFill>
                <a:srgbClr val="3A3E5F"/>
              </a:solidFill>
              <a:prstDash val="solid"/>
              <a:round/>
            </a:ln>
          </a:bottom>
          <a:insideH>
            <a:ln w="12700" cap="flat">
              <a:solidFill>
                <a:srgbClr val="3A3E5F"/>
              </a:solidFill>
              <a:prstDash val="solid"/>
              <a:round/>
            </a:ln>
          </a:insideH>
          <a:insideV>
            <a:ln w="12700" cap="flat">
              <a:solidFill>
                <a:srgbClr val="3A3E5F"/>
              </a:solidFill>
              <a:prstDash val="solid"/>
              <a:round/>
            </a:ln>
          </a:insideV>
        </a:tcBdr>
        <a:fill>
          <a:noFill/>
        </a:fill>
      </a:tcStyle>
    </a:lastRow>
    <a:firstRow>
      <a:tcTxStyle b="on" i="off">
        <a:fontRef idx="minor">
          <a:srgbClr val="3A3E5F"/>
        </a:fontRef>
        <a:srgbClr val="3A3E5F"/>
      </a:tcTxStyle>
      <a:tcStyle>
        <a:tcBdr>
          <a:left>
            <a:ln w="12700" cap="flat">
              <a:solidFill>
                <a:srgbClr val="3A3E5F"/>
              </a:solidFill>
              <a:prstDash val="solid"/>
              <a:round/>
            </a:ln>
          </a:left>
          <a:right>
            <a:ln w="12700" cap="flat">
              <a:solidFill>
                <a:srgbClr val="3A3E5F"/>
              </a:solidFill>
              <a:prstDash val="solid"/>
              <a:round/>
            </a:ln>
          </a:right>
          <a:top>
            <a:ln w="12700" cap="flat">
              <a:solidFill>
                <a:srgbClr val="3A3E5F"/>
              </a:solidFill>
              <a:prstDash val="solid"/>
              <a:round/>
            </a:ln>
          </a:top>
          <a:bottom>
            <a:ln w="25400" cap="flat">
              <a:solidFill>
                <a:srgbClr val="3A3E5F"/>
              </a:solidFill>
              <a:prstDash val="solid"/>
              <a:round/>
            </a:ln>
          </a:bottom>
          <a:insideH>
            <a:ln w="12700" cap="flat">
              <a:solidFill>
                <a:srgbClr val="3A3E5F"/>
              </a:solidFill>
              <a:prstDash val="solid"/>
              <a:round/>
            </a:ln>
          </a:insideH>
          <a:insideV>
            <a:ln w="12700" cap="flat">
              <a:solidFill>
                <a:srgbClr val="3A3E5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5" name="Shape 85"/>
          <p:cNvSpPr/>
          <p:nvPr>
            <p:ph type="sldImg"/>
          </p:nvPr>
        </p:nvSpPr>
        <p:spPr>
          <a:xfrm>
            <a:off x="1143000" y="685800"/>
            <a:ext cx="4572000" cy="3429000"/>
          </a:xfrm>
          <a:prstGeom prst="rect">
            <a:avLst/>
          </a:prstGeom>
        </p:spPr>
        <p:txBody>
          <a:bodyPr/>
          <a:lstStyle/>
          <a:p>
            <a:pPr/>
          </a:p>
        </p:txBody>
      </p:sp>
      <p:sp>
        <p:nvSpPr>
          <p:cNvPr id="86" name="Shape 8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solidFill>
          <a:schemeClr val="accent4">
            <a:lumOff val="44000"/>
          </a:schemeClr>
        </a:solidFill>
      </p:bgPr>
    </p:bg>
    <p:spTree>
      <p:nvGrpSpPr>
        <p:cNvPr id="1" name=""/>
        <p:cNvGrpSpPr/>
        <p:nvPr/>
      </p:nvGrpSpPr>
      <p:grpSpPr>
        <a:xfrm>
          <a:off x="0" y="0"/>
          <a:ext cx="0" cy="0"/>
          <a:chOff x="0" y="0"/>
          <a:chExt cx="0" cy="0"/>
        </a:xfrm>
      </p:grpSpPr>
      <p:sp>
        <p:nvSpPr>
          <p:cNvPr id="11" name="Title Text"/>
          <p:cNvSpPr txBox="1"/>
          <p:nvPr>
            <p:ph type="title"/>
          </p:nvPr>
        </p:nvSpPr>
        <p:spPr>
          <a:xfrm>
            <a:off x="911150" y="1424638"/>
            <a:ext cx="5637301" cy="1777801"/>
          </a:xfrm>
          <a:prstGeom prst="rect">
            <a:avLst/>
          </a:prstGeom>
        </p:spPr>
        <p:txBody>
          <a:bodyPr anchor="b">
            <a:normAutofit fontScale="100000" lnSpcReduction="0"/>
          </a:bodyPr>
          <a:lstStyle>
            <a:lvl1pPr>
              <a:defRPr sz="5400"/>
            </a:lvl1pPr>
          </a:lstStyle>
          <a:p>
            <a:pPr/>
            <a:r>
              <a:t>Title Text</a:t>
            </a:r>
          </a:p>
        </p:txBody>
      </p:sp>
      <p:sp>
        <p:nvSpPr>
          <p:cNvPr id="12" name="Body Level One…"/>
          <p:cNvSpPr txBox="1"/>
          <p:nvPr>
            <p:ph type="body" sz="quarter" idx="1"/>
          </p:nvPr>
        </p:nvSpPr>
        <p:spPr>
          <a:xfrm>
            <a:off x="911150" y="3243063"/>
            <a:ext cx="4528800" cy="475801"/>
          </a:xfrm>
          <a:prstGeom prst="rect">
            <a:avLst/>
          </a:prstGeom>
          <a:solidFill>
            <a:srgbClr val="E0E0E0"/>
          </a:solidFill>
        </p:spPr>
        <p:txBody>
          <a:bodyPr>
            <a:normAutofit fontScale="100000" lnSpcReduction="0"/>
          </a:bodyPr>
          <a:lstStyle>
            <a:lvl1pPr marL="304800" indent="-152400">
              <a:buClrTx/>
              <a:buSzTx/>
              <a:buFontTx/>
              <a:buNone/>
              <a:defRPr sz="1600"/>
            </a:lvl1pPr>
            <a:lvl2pPr marL="304800" indent="304800">
              <a:buClrTx/>
              <a:buSzTx/>
              <a:buFontTx/>
              <a:buNone/>
              <a:defRPr sz="1600"/>
            </a:lvl2pPr>
            <a:lvl3pPr marL="304800" indent="762000">
              <a:buClrTx/>
              <a:buSzTx/>
              <a:buFontTx/>
              <a:buNone/>
              <a:defRPr sz="1600"/>
            </a:lvl3pPr>
            <a:lvl4pPr marL="304800" indent="1219200">
              <a:buClrTx/>
              <a:buSzTx/>
              <a:buFontTx/>
              <a:buNone/>
              <a:defRPr sz="1600"/>
            </a:lvl4pPr>
            <a:lvl5pPr marL="304800" indent="16764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3" name="Google Shape;11;p2"/>
          <p:cNvSpPr/>
          <p:nvPr/>
        </p:nvSpPr>
        <p:spPr>
          <a:xfrm>
            <a:off x="-2537901" y="3243079"/>
            <a:ext cx="5215451" cy="51136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rgbClr val="E0E0E0"/>
          </a:solidFill>
          <a:ln w="12700">
            <a:miter lim="400000"/>
          </a:ln>
        </p:spPr>
        <p:txBody>
          <a:bodyPr lIns="45719" rIns="45719" anchor="ctr"/>
          <a:lstStyle/>
          <a:p>
            <a:pPr>
              <a:defRPr>
                <a:solidFill>
                  <a:srgbClr val="000000"/>
                </a:solidFill>
              </a:defRPr>
            </a:pP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bg>
      <p:bgPr>
        <a:solidFill>
          <a:schemeClr val="accent4">
            <a:lumOff val="44000"/>
          </a:schemeClr>
        </a:solidFill>
      </p:bgPr>
    </p:bg>
    <p:spTree>
      <p:nvGrpSpPr>
        <p:cNvPr id="1" name=""/>
        <p:cNvGrpSpPr/>
        <p:nvPr/>
      </p:nvGrpSpPr>
      <p:grpSpPr>
        <a:xfrm>
          <a:off x="0" y="0"/>
          <a:ext cx="0" cy="0"/>
          <a:chOff x="0" y="0"/>
          <a:chExt cx="0" cy="0"/>
        </a:xfrm>
      </p:grpSpPr>
      <p:sp>
        <p:nvSpPr>
          <p:cNvPr id="21" name="Title Text"/>
          <p:cNvSpPr txBox="1"/>
          <p:nvPr>
            <p:ph type="title"/>
          </p:nvPr>
        </p:nvSpPr>
        <p:spPr>
          <a:xfrm>
            <a:off x="3714650" y="2338425"/>
            <a:ext cx="4331400" cy="1511401"/>
          </a:xfrm>
          <a:prstGeom prst="rect">
            <a:avLst/>
          </a:prstGeom>
        </p:spPr>
        <p:txBody>
          <a:bodyPr anchor="ctr">
            <a:normAutofit fontScale="100000" lnSpcReduction="0"/>
          </a:bodyPr>
          <a:lstStyle>
            <a:lvl1pPr>
              <a:defRPr sz="5000"/>
            </a:lvl1pPr>
          </a:lstStyle>
          <a:p>
            <a:pPr/>
            <a:r>
              <a:t>Title Text</a:t>
            </a:r>
          </a:p>
        </p:txBody>
      </p:sp>
      <p:sp>
        <p:nvSpPr>
          <p:cNvPr id="22" name="Google Shape;15;p3"/>
          <p:cNvSpPr/>
          <p:nvPr/>
        </p:nvSpPr>
        <p:spPr>
          <a:xfrm rot="16200000">
            <a:off x="6906048" y="2939654"/>
            <a:ext cx="5215452" cy="51136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rgbClr val="E0E0E0"/>
          </a:solidFill>
          <a:ln w="12700">
            <a:miter lim="400000"/>
          </a:ln>
        </p:spPr>
        <p:txBody>
          <a:bodyPr lIns="45719" rIns="45719" anchor="ctr"/>
          <a:lstStyle/>
          <a:p>
            <a:pPr>
              <a:defRPr>
                <a:solidFill>
                  <a:srgbClr val="000000"/>
                </a:solidFill>
              </a:defRPr>
            </a:pP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bg>
      <p:bgPr>
        <a:solidFill>
          <a:schemeClr val="accent4">
            <a:lumOff val="44000"/>
          </a:schemeClr>
        </a:solidFill>
      </p:bgPr>
    </p:bg>
    <p:spTree>
      <p:nvGrpSpPr>
        <p:cNvPr id="1" name=""/>
        <p:cNvGrpSpPr/>
        <p:nvPr/>
      </p:nvGrpSpPr>
      <p:grpSpPr>
        <a:xfrm>
          <a:off x="0" y="0"/>
          <a:ext cx="0" cy="0"/>
          <a:chOff x="0" y="0"/>
          <a:chExt cx="0" cy="0"/>
        </a:xfrm>
      </p:grpSpPr>
      <p:sp>
        <p:nvSpPr>
          <p:cNvPr id="30" name="Title Text"/>
          <p:cNvSpPr txBox="1"/>
          <p:nvPr>
            <p:ph type="title"/>
          </p:nvPr>
        </p:nvSpPr>
        <p:spPr>
          <a:xfrm>
            <a:off x="719999" y="445025"/>
            <a:ext cx="7710901" cy="572701"/>
          </a:xfrm>
          <a:prstGeom prst="rect">
            <a:avLst/>
          </a:prstGeom>
        </p:spPr>
        <p:txBody>
          <a:bodyPr>
            <a:normAutofit fontScale="100000" lnSpcReduction="0"/>
          </a:bodyPr>
          <a:lstStyle/>
          <a:p>
            <a:pPr/>
            <a:r>
              <a:t>Title Text</a:t>
            </a:r>
          </a:p>
        </p:txBody>
      </p:sp>
      <p:sp>
        <p:nvSpPr>
          <p:cNvPr id="31" name="Body Level One…"/>
          <p:cNvSpPr txBox="1"/>
          <p:nvPr>
            <p:ph type="body" sz="quarter" idx="1"/>
          </p:nvPr>
        </p:nvSpPr>
        <p:spPr>
          <a:xfrm>
            <a:off x="719999" y="1700300"/>
            <a:ext cx="4294801" cy="191010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2" name="Google Shape;36;p7"/>
          <p:cNvSpPr/>
          <p:nvPr/>
        </p:nvSpPr>
        <p:spPr>
          <a:xfrm rot="5400000">
            <a:off x="-1678051" y="3954635"/>
            <a:ext cx="5397189" cy="52918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6"/>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rgbClr val="E0E0E0"/>
          </a:solidFill>
          <a:ln w="12700">
            <a:miter lim="400000"/>
          </a:ln>
        </p:spPr>
        <p:txBody>
          <a:bodyPr lIns="45719" rIns="45719" anchor="ctr"/>
          <a:lstStyle/>
          <a:p>
            <a:pPr>
              <a:defRPr>
                <a:solidFill>
                  <a:srgbClr val="000000"/>
                </a:solidFill>
              </a:defRPr>
            </a:pPr>
          </a:p>
        </p:txBody>
      </p:sp>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bg>
      <p:bgPr>
        <a:solidFill>
          <a:schemeClr val="accent4">
            <a:lumOff val="44000"/>
          </a:schemeClr>
        </a:solidFill>
      </p:bgPr>
    </p:bg>
    <p:spTree>
      <p:nvGrpSpPr>
        <p:cNvPr id="1" name=""/>
        <p:cNvGrpSpPr/>
        <p:nvPr/>
      </p:nvGrpSpPr>
      <p:grpSpPr>
        <a:xfrm>
          <a:off x="0" y="0"/>
          <a:ext cx="0" cy="0"/>
          <a:chOff x="0" y="0"/>
          <a:chExt cx="0" cy="0"/>
        </a:xfrm>
      </p:grpSpPr>
      <p:sp>
        <p:nvSpPr>
          <p:cNvPr id="40" name="Title Text"/>
          <p:cNvSpPr txBox="1"/>
          <p:nvPr>
            <p:ph type="title"/>
          </p:nvPr>
        </p:nvSpPr>
        <p:spPr>
          <a:xfrm>
            <a:off x="2135550" y="1208312"/>
            <a:ext cx="4872900" cy="1650901"/>
          </a:xfrm>
          <a:prstGeom prst="rect">
            <a:avLst/>
          </a:prstGeom>
        </p:spPr>
        <p:txBody>
          <a:bodyPr anchor="b">
            <a:normAutofit fontScale="100000" lnSpcReduction="0"/>
          </a:bodyPr>
          <a:lstStyle>
            <a:lvl1pPr algn="ctr">
              <a:defRPr sz="10100">
                <a:solidFill>
                  <a:schemeClr val="accent4">
                    <a:lumOff val="44000"/>
                  </a:schemeClr>
                </a:solidFill>
              </a:defRPr>
            </a:lvl1pPr>
          </a:lstStyle>
          <a:p>
            <a:pPr/>
            <a:r>
              <a:t>Title Text</a:t>
            </a:r>
          </a:p>
        </p:txBody>
      </p:sp>
      <p:sp>
        <p:nvSpPr>
          <p:cNvPr id="41" name="Body Level One…"/>
          <p:cNvSpPr txBox="1"/>
          <p:nvPr>
            <p:ph type="body" sz="quarter" idx="1"/>
          </p:nvPr>
        </p:nvSpPr>
        <p:spPr>
          <a:xfrm>
            <a:off x="2135550" y="3264087"/>
            <a:ext cx="4872900" cy="671101"/>
          </a:xfrm>
          <a:prstGeom prst="rect">
            <a:avLst/>
          </a:prstGeom>
          <a:solidFill>
            <a:srgbClr val="E0E0E0"/>
          </a:solidFill>
        </p:spPr>
        <p:txBody>
          <a:bodyPr>
            <a:normAutofit fontScale="100000" lnSpcReduction="0"/>
          </a:bodyPr>
          <a:lstStyle>
            <a:lvl1pPr marL="304800" indent="-152400" algn="ctr">
              <a:buClrTx/>
              <a:buSzTx/>
              <a:buFontTx/>
              <a:buNone/>
              <a:defRPr sz="1600"/>
            </a:lvl1pPr>
            <a:lvl2pPr marL="304800" indent="304800" algn="ctr">
              <a:buClrTx/>
              <a:buSzTx/>
              <a:buFontTx/>
              <a:buNone/>
              <a:defRPr sz="1600"/>
            </a:lvl2pPr>
            <a:lvl3pPr marL="304800" indent="762000" algn="ctr">
              <a:buClrTx/>
              <a:buSzTx/>
              <a:buFontTx/>
              <a:buNone/>
              <a:defRPr sz="1600"/>
            </a:lvl3pPr>
            <a:lvl4pPr marL="304800" indent="1219200" algn="ctr">
              <a:buClrTx/>
              <a:buSzTx/>
              <a:buFontTx/>
              <a:buNone/>
              <a:defRPr sz="1600"/>
            </a:lvl4pPr>
            <a:lvl5pPr marL="304800" indent="1676400" algn="ctr">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4_1_1">
    <p:bg>
      <p:bgPr>
        <a:solidFill>
          <a:schemeClr val="accent4">
            <a:lumOff val="44000"/>
          </a:schemeClr>
        </a:solidFill>
      </p:bgPr>
    </p:bg>
    <p:spTree>
      <p:nvGrpSpPr>
        <p:cNvPr id="1" name=""/>
        <p:cNvGrpSpPr/>
        <p:nvPr/>
      </p:nvGrpSpPr>
      <p:grpSpPr>
        <a:xfrm>
          <a:off x="0" y="0"/>
          <a:ext cx="0" cy="0"/>
          <a:chOff x="0" y="0"/>
          <a:chExt cx="0" cy="0"/>
        </a:xfrm>
      </p:grpSpPr>
      <p:sp>
        <p:nvSpPr>
          <p:cNvPr id="56" name="Title Text"/>
          <p:cNvSpPr txBox="1"/>
          <p:nvPr>
            <p:ph type="title"/>
          </p:nvPr>
        </p:nvSpPr>
        <p:spPr>
          <a:xfrm>
            <a:off x="2186902" y="1291825"/>
            <a:ext cx="4770001" cy="1060801"/>
          </a:xfrm>
          <a:prstGeom prst="rect">
            <a:avLst/>
          </a:prstGeom>
        </p:spPr>
        <p:txBody>
          <a:bodyPr anchor="b">
            <a:normAutofit fontScale="100000" lnSpcReduction="0"/>
          </a:bodyPr>
          <a:lstStyle>
            <a:lvl1pPr algn="ctr">
              <a:defRPr sz="4500"/>
            </a:lvl1pPr>
          </a:lstStyle>
          <a:p>
            <a:pPr/>
            <a:r>
              <a:t>Title Text</a:t>
            </a:r>
          </a:p>
        </p:txBody>
      </p:sp>
      <p:sp>
        <p:nvSpPr>
          <p:cNvPr id="57" name="Body Level One…"/>
          <p:cNvSpPr txBox="1"/>
          <p:nvPr>
            <p:ph type="body" sz="quarter" idx="1"/>
          </p:nvPr>
        </p:nvSpPr>
        <p:spPr>
          <a:xfrm>
            <a:off x="1556199" y="2352625"/>
            <a:ext cx="6031802" cy="998101"/>
          </a:xfrm>
          <a:prstGeom prst="rect">
            <a:avLst/>
          </a:prstGeom>
          <a:solidFill>
            <a:srgbClr val="E0E0E0"/>
          </a:solidFill>
        </p:spPr>
        <p:txBody>
          <a:bodyPr>
            <a:normAutofit fontScale="100000" lnSpcReduction="0"/>
          </a:bodyPr>
          <a:lstStyle>
            <a:lvl1pPr marL="304800" indent="-152400" algn="ctr">
              <a:buClrTx/>
              <a:buSzTx/>
              <a:buFontTx/>
              <a:buNone/>
              <a:defRPr sz="1600">
                <a:solidFill>
                  <a:srgbClr val="191919"/>
                </a:solidFill>
              </a:defRPr>
            </a:lvl1pPr>
            <a:lvl2pPr marL="304800" indent="304800" algn="ctr">
              <a:buClrTx/>
              <a:buSzTx/>
              <a:buFontTx/>
              <a:buNone/>
              <a:defRPr sz="1600">
                <a:solidFill>
                  <a:srgbClr val="191919"/>
                </a:solidFill>
              </a:defRPr>
            </a:lvl2pPr>
            <a:lvl3pPr marL="304800" indent="762000" algn="ctr">
              <a:buClrTx/>
              <a:buSzTx/>
              <a:buFontTx/>
              <a:buNone/>
              <a:defRPr sz="1600">
                <a:solidFill>
                  <a:srgbClr val="191919"/>
                </a:solidFill>
              </a:defRPr>
            </a:lvl3pPr>
            <a:lvl4pPr marL="304800" indent="1219200" algn="ctr">
              <a:buClrTx/>
              <a:buSzTx/>
              <a:buFontTx/>
              <a:buNone/>
              <a:defRPr sz="1600">
                <a:solidFill>
                  <a:srgbClr val="191919"/>
                </a:solidFill>
              </a:defRPr>
            </a:lvl4pPr>
            <a:lvl5pPr marL="304800" indent="1676400" algn="ctr">
              <a:buClrTx/>
              <a:buSzTx/>
              <a:buFontTx/>
              <a:buNone/>
              <a:defRPr sz="1600">
                <a:solidFill>
                  <a:srgbClr val="191919"/>
                </a:solidFill>
              </a:defRPr>
            </a:lvl5pPr>
          </a:lstStyle>
          <a:p>
            <a:pPr/>
            <a:r>
              <a:t>Body Level One</a:t>
            </a:r>
          </a:p>
          <a:p>
            <a:pPr lvl="1"/>
            <a:r>
              <a:t>Body Level Two</a:t>
            </a:r>
          </a:p>
          <a:p>
            <a:pPr lvl="2"/>
            <a:r>
              <a:t>Body Level Three</a:t>
            </a:r>
          </a:p>
          <a:p>
            <a:pPr lvl="3"/>
            <a:r>
              <a:t>Body Level Four</a:t>
            </a:r>
          </a:p>
          <a:p>
            <a:pPr lvl="4"/>
            <a:r>
              <a:t>Body Level Five</a:t>
            </a:r>
          </a:p>
        </p:txBody>
      </p:sp>
      <p:sp>
        <p:nvSpPr>
          <p:cNvPr id="58" name="Google Shape;94;p20"/>
          <p:cNvSpPr/>
          <p:nvPr/>
        </p:nvSpPr>
        <p:spPr>
          <a:xfrm rot="6519108">
            <a:off x="-2497630" y="-2809307"/>
            <a:ext cx="5215587" cy="51138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rgbClr val="E0E0E0"/>
          </a:solidFill>
          <a:ln w="12700">
            <a:miter lim="400000"/>
          </a:ln>
        </p:spPr>
        <p:txBody>
          <a:bodyPr lIns="45719" rIns="45719" anchor="ctr"/>
          <a:lstStyle/>
          <a:p>
            <a:pPr>
              <a:defRPr>
                <a:solidFill>
                  <a:srgbClr val="000000"/>
                </a:solidFill>
              </a:defRPr>
            </a:pPr>
          </a:p>
        </p:txBody>
      </p:sp>
      <p:pic>
        <p:nvPicPr>
          <p:cNvPr id="59" name="Google Shape;95;p20" descr="Google Shape;95;p20"/>
          <p:cNvPicPr>
            <a:picLocks noChangeAspect="1"/>
          </p:cNvPicPr>
          <p:nvPr/>
        </p:nvPicPr>
        <p:blipFill>
          <a:blip r:embed="rId2">
            <a:extLst/>
          </a:blip>
          <a:srcRect l="0" t="10127" r="0" b="45416"/>
          <a:stretch>
            <a:fillRect/>
          </a:stretch>
        </p:blipFill>
        <p:spPr>
          <a:xfrm flipH="1" rot="10800000">
            <a:off x="0" y="3301076"/>
            <a:ext cx="9144004" cy="1900699"/>
          </a:xfrm>
          <a:prstGeom prst="rect">
            <a:avLst/>
          </a:prstGeom>
          <a:ln w="12700">
            <a:miter lim="400000"/>
          </a:ln>
        </p:spPr>
      </p:pic>
      <p:sp>
        <p:nvSpPr>
          <p:cNvPr id="60" name="Google Shape;96;p20"/>
          <p:cNvSpPr/>
          <p:nvPr/>
        </p:nvSpPr>
        <p:spPr>
          <a:xfrm flipH="1" rot="16200000">
            <a:off x="6553623" y="3244766"/>
            <a:ext cx="5215452" cy="51136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
        <p:nvSpPr>
          <p:cNvPr id="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9">
    <p:bg>
      <p:bgPr>
        <a:solidFill>
          <a:schemeClr val="accent4">
            <a:lumOff val="44000"/>
          </a:schemeClr>
        </a:solidFill>
      </p:bgPr>
    </p:bg>
    <p:spTree>
      <p:nvGrpSpPr>
        <p:cNvPr id="1" name=""/>
        <p:cNvGrpSpPr/>
        <p:nvPr/>
      </p:nvGrpSpPr>
      <p:grpSpPr>
        <a:xfrm>
          <a:off x="0" y="0"/>
          <a:ext cx="0" cy="0"/>
          <a:chOff x="0" y="0"/>
          <a:chExt cx="0" cy="0"/>
        </a:xfrm>
      </p:grpSpPr>
      <p:pic>
        <p:nvPicPr>
          <p:cNvPr id="68" name="Google Shape;184;p31" descr="Google Shape;184;p31"/>
          <p:cNvPicPr>
            <a:picLocks noChangeAspect="1"/>
          </p:cNvPicPr>
          <p:nvPr/>
        </p:nvPicPr>
        <p:blipFill>
          <a:blip r:embed="rId2">
            <a:extLst/>
          </a:blip>
          <a:srcRect l="0" t="10127" r="0" b="45416"/>
          <a:stretch>
            <a:fillRect/>
          </a:stretch>
        </p:blipFill>
        <p:spPr>
          <a:xfrm rot="5400000">
            <a:off x="5492131" y="1594201"/>
            <a:ext cx="5380102" cy="1955101"/>
          </a:xfrm>
          <a:prstGeom prst="rect">
            <a:avLst/>
          </a:prstGeom>
          <a:ln w="12700">
            <a:miter lim="400000"/>
          </a:ln>
        </p:spPr>
      </p:pic>
      <p:pic>
        <p:nvPicPr>
          <p:cNvPr id="69" name="Google Shape;185;p31" descr="Google Shape;185;p31"/>
          <p:cNvPicPr>
            <a:picLocks noChangeAspect="1"/>
          </p:cNvPicPr>
          <p:nvPr/>
        </p:nvPicPr>
        <p:blipFill>
          <a:blip r:embed="rId2">
            <a:extLst/>
          </a:blip>
          <a:srcRect l="0" t="10127" r="0" b="45416"/>
          <a:stretch>
            <a:fillRect/>
          </a:stretch>
        </p:blipFill>
        <p:spPr>
          <a:xfrm flipH="1" rot="16200000">
            <a:off x="-1728234" y="1594201"/>
            <a:ext cx="5380102" cy="1955101"/>
          </a:xfrm>
          <a:prstGeom prst="rect">
            <a:avLst/>
          </a:prstGeom>
          <a:ln w="12700">
            <a:miter lim="400000"/>
          </a:ln>
        </p:spPr>
      </p:pic>
      <p:sp>
        <p:nvSpPr>
          <p:cNvPr id="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_9_1">
    <p:bg>
      <p:bgPr>
        <a:solidFill>
          <a:schemeClr val="accent4">
            <a:lumOff val="44000"/>
          </a:schemeClr>
        </a:solidFill>
      </p:bgPr>
    </p:bg>
    <p:spTree>
      <p:nvGrpSpPr>
        <p:cNvPr id="1" name=""/>
        <p:cNvGrpSpPr/>
        <p:nvPr/>
      </p:nvGrpSpPr>
      <p:grpSpPr>
        <a:xfrm>
          <a:off x="0" y="0"/>
          <a:ext cx="0" cy="0"/>
          <a:chOff x="0" y="0"/>
          <a:chExt cx="0" cy="0"/>
        </a:xfrm>
      </p:grpSpPr>
      <p:pic>
        <p:nvPicPr>
          <p:cNvPr id="77" name="Google Shape;187;p32" descr="Google Shape;187;p32"/>
          <p:cNvPicPr>
            <a:picLocks noChangeAspect="1"/>
          </p:cNvPicPr>
          <p:nvPr/>
        </p:nvPicPr>
        <p:blipFill>
          <a:blip r:embed="rId2">
            <a:extLst/>
          </a:blip>
          <a:srcRect l="39171" t="0" r="5368" b="0"/>
          <a:stretch>
            <a:fillRect/>
          </a:stretch>
        </p:blipFill>
        <p:spPr>
          <a:xfrm>
            <a:off x="6138774" y="0"/>
            <a:ext cx="3005226" cy="5143499"/>
          </a:xfrm>
          <a:prstGeom prst="rect">
            <a:avLst/>
          </a:prstGeom>
          <a:ln w="12700">
            <a:miter lim="400000"/>
          </a:ln>
        </p:spPr>
      </p:pic>
      <p:sp>
        <p:nvSpPr>
          <p:cNvPr id="78" name="Google Shape;188;p32"/>
          <p:cNvSpPr/>
          <p:nvPr/>
        </p:nvSpPr>
        <p:spPr>
          <a:xfrm flipH="1">
            <a:off x="5785555" y="2848488"/>
            <a:ext cx="4270816" cy="41874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05978"/>
            <a:ext cx="8229600" cy="99417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1pPr>
      <a:lvl2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2pPr>
      <a:lvl3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3pPr>
      <a:lvl4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4pPr>
      <a:lvl5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5pPr>
      <a:lvl6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6pPr>
      <a:lvl7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7pPr>
      <a:lvl8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8pPr>
      <a:lvl9pPr marL="0" marR="0" indent="0" algn="l" defTabSz="914400" rtl="0" latinLnBrk="0">
        <a:lnSpc>
          <a:spcPct val="100000"/>
        </a:lnSpc>
        <a:spcBef>
          <a:spcPts val="0"/>
        </a:spcBef>
        <a:spcAft>
          <a:spcPts val="0"/>
        </a:spcAft>
        <a:buClrTx/>
        <a:buSzTx/>
        <a:buFontTx/>
        <a:buNone/>
        <a:tabLst/>
        <a:defRPr b="1" baseline="0" cap="none" i="0" spc="0" strike="noStrike" sz="3000" u="none">
          <a:solidFill>
            <a:srgbClr val="3A3E5F"/>
          </a:solidFill>
          <a:uFillTx/>
          <a:latin typeface="Poppins"/>
          <a:ea typeface="Poppins"/>
          <a:cs typeface="Poppins"/>
          <a:sym typeface="Poppins"/>
        </a:defRPr>
      </a:lvl9pPr>
    </p:titleStyle>
    <p:bodyStyle>
      <a:lvl1pPr marL="4572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1pPr>
      <a:lvl2pPr marL="9144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2pPr>
      <a:lvl3pPr marL="13716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3pPr>
      <a:lvl4pPr marL="18288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4pPr>
      <a:lvl5pPr marL="22860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5pPr>
      <a:lvl6pPr marL="27432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6pPr>
      <a:lvl7pPr marL="32004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7pPr>
      <a:lvl8pPr marL="36576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8pPr>
      <a:lvl9pPr marL="4114800" marR="0" indent="-304800" algn="l" defTabSz="914400" rtl="0" latinLnBrk="0">
        <a:lnSpc>
          <a:spcPct val="100000"/>
        </a:lnSpc>
        <a:spcBef>
          <a:spcPts val="0"/>
        </a:spcBef>
        <a:spcAft>
          <a:spcPts val="0"/>
        </a:spcAft>
        <a:buClr>
          <a:srgbClr val="3A3E5F"/>
        </a:buClr>
        <a:buSzPts val="1200"/>
        <a:buFont typeface="Helvetica"/>
        <a:buChar char="■"/>
        <a:tabLst/>
        <a:defRPr b="0" baseline="0" cap="none" i="0" spc="0" strike="noStrike" sz="1200" u="none">
          <a:solidFill>
            <a:srgbClr val="3A3E5F"/>
          </a:solidFill>
          <a:uFillTx/>
          <a:latin typeface="Archivo"/>
          <a:ea typeface="Archivo"/>
          <a:cs typeface="Archivo"/>
          <a:sym typeface="Archivo"/>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Google Shape;205;p39"/>
          <p:cNvSpPr txBox="1"/>
          <p:nvPr>
            <p:ph type="ctrTitle"/>
          </p:nvPr>
        </p:nvSpPr>
        <p:spPr>
          <a:xfrm>
            <a:off x="911149" y="1424638"/>
            <a:ext cx="5637302" cy="1777801"/>
          </a:xfrm>
          <a:prstGeom prst="rect">
            <a:avLst/>
          </a:prstGeom>
        </p:spPr>
        <p:txBody>
          <a:bodyPr/>
          <a:lstStyle>
            <a:lvl1pPr defTabSz="886968">
              <a:defRPr sz="5238">
                <a:solidFill>
                  <a:schemeClr val="accent1"/>
                </a:solidFill>
              </a:defRPr>
            </a:lvl1pPr>
          </a:lstStyle>
          <a:p>
            <a:pPr/>
            <a:r>
              <a:t>INTELLIGENT LOG ANALYSIS</a:t>
            </a:r>
          </a:p>
        </p:txBody>
      </p:sp>
      <p:sp>
        <p:nvSpPr>
          <p:cNvPr id="89" name="Google Shape;206;p39"/>
          <p:cNvSpPr txBox="1"/>
          <p:nvPr>
            <p:ph type="subTitle" sz="quarter" idx="1"/>
          </p:nvPr>
        </p:nvSpPr>
        <p:spPr>
          <a:xfrm>
            <a:off x="911150" y="3243063"/>
            <a:ext cx="4528800" cy="475800"/>
          </a:xfrm>
          <a:prstGeom prst="rect">
            <a:avLst/>
          </a:prstGeom>
        </p:spPr>
        <p:txBody>
          <a:bodyPr/>
          <a:lstStyle>
            <a:lvl1pPr marL="0" indent="0"/>
          </a:lstStyle>
          <a:p>
            <a:pPr/>
            <a:r>
              <a:t>HARNESSING INSIGHTS FROM DATA LOGS</a:t>
            </a:r>
          </a:p>
        </p:txBody>
      </p:sp>
      <p:pic>
        <p:nvPicPr>
          <p:cNvPr id="90" name="Google Shape;207;p39" descr="Google Shape;207;p39"/>
          <p:cNvPicPr>
            <a:picLocks noChangeAspect="1"/>
          </p:cNvPicPr>
          <p:nvPr/>
        </p:nvPicPr>
        <p:blipFill>
          <a:blip r:embed="rId2">
            <a:extLst/>
          </a:blip>
          <a:srcRect l="39171" t="0" r="5368" b="0"/>
          <a:stretch>
            <a:fillRect/>
          </a:stretch>
        </p:blipFill>
        <p:spPr>
          <a:xfrm>
            <a:off x="6153198" y="0"/>
            <a:ext cx="3005226" cy="5143499"/>
          </a:xfrm>
          <a:prstGeom prst="rect">
            <a:avLst/>
          </a:prstGeom>
          <a:ln w="12700">
            <a:miter lim="400000"/>
          </a:ln>
        </p:spPr>
      </p:pic>
      <p:sp>
        <p:nvSpPr>
          <p:cNvPr id="91" name="Google Shape;208;p39"/>
          <p:cNvSpPr/>
          <p:nvPr/>
        </p:nvSpPr>
        <p:spPr>
          <a:xfrm rot="10800000">
            <a:off x="6153199" y="-1394796"/>
            <a:ext cx="5215451" cy="51136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Google Shape;256;p44"/>
          <p:cNvSpPr txBox="1"/>
          <p:nvPr>
            <p:ph type="title"/>
          </p:nvPr>
        </p:nvSpPr>
        <p:spPr>
          <a:xfrm>
            <a:off x="1674485" y="77042"/>
            <a:ext cx="4770000" cy="1060800"/>
          </a:xfrm>
          <a:prstGeom prst="rect">
            <a:avLst/>
          </a:prstGeom>
        </p:spPr>
        <p:txBody>
          <a:bodyPr/>
          <a:lstStyle/>
          <a:p>
            <a:pPr/>
            <a:r>
              <a:t>Abstract</a:t>
            </a:r>
          </a:p>
        </p:txBody>
      </p:sp>
      <p:sp>
        <p:nvSpPr>
          <p:cNvPr id="94" name="Google Shape;257;p44"/>
          <p:cNvSpPr txBox="1"/>
          <p:nvPr>
            <p:ph type="body" idx="1"/>
          </p:nvPr>
        </p:nvSpPr>
        <p:spPr>
          <a:xfrm>
            <a:off x="519362" y="1385213"/>
            <a:ext cx="8105276" cy="2979171"/>
          </a:xfrm>
          <a:prstGeom prst="rect">
            <a:avLst/>
          </a:prstGeom>
          <a:solidFill>
            <a:srgbClr val="E8F7D7"/>
          </a:solidFill>
        </p:spPr>
        <p:txBody>
          <a:bodyPr/>
          <a:lstStyle/>
          <a:p>
            <a:pPr marL="0" indent="0">
              <a:defRPr sz="2000"/>
            </a:pPr>
            <a:r>
              <a:t>	</a:t>
            </a:r>
            <a:r>
              <a:rPr sz="2200"/>
              <a:t>Computer logs are a rich source of information that can be analyzed to detect various issues. The large volumes of logs limit the effectiveness of manual approaches to log analysis. </a:t>
            </a:r>
            <a:endParaRPr sz="2200"/>
          </a:p>
          <a:p>
            <a:pPr marL="0" indent="0">
              <a:defRPr sz="2200"/>
            </a:pPr>
            <a:r>
              <a:t>	Anomaly detection approaches can detect these issues. This is achieved by looking for unusual behavior in the logs utilizing machine learning (ML) models. In this project, we evaluated various ML techniques used for log anomaly detection.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Google Shape;256;p44"/>
          <p:cNvSpPr txBox="1"/>
          <p:nvPr>
            <p:ph type="title"/>
          </p:nvPr>
        </p:nvSpPr>
        <p:spPr>
          <a:xfrm>
            <a:off x="1674485" y="77042"/>
            <a:ext cx="4770000" cy="1060800"/>
          </a:xfrm>
          <a:prstGeom prst="rect">
            <a:avLst/>
          </a:prstGeom>
        </p:spPr>
        <p:txBody>
          <a:bodyPr/>
          <a:lstStyle/>
          <a:p>
            <a:pPr/>
            <a:r>
              <a:t>Objective</a:t>
            </a:r>
          </a:p>
        </p:txBody>
      </p:sp>
      <p:sp>
        <p:nvSpPr>
          <p:cNvPr id="97" name="Google Shape;257;p44"/>
          <p:cNvSpPr txBox="1"/>
          <p:nvPr>
            <p:ph type="body" idx="1"/>
          </p:nvPr>
        </p:nvSpPr>
        <p:spPr>
          <a:xfrm>
            <a:off x="519362" y="1518469"/>
            <a:ext cx="8105276" cy="2837569"/>
          </a:xfrm>
          <a:prstGeom prst="rect">
            <a:avLst/>
          </a:prstGeom>
          <a:solidFill>
            <a:srgbClr val="E8F7D7"/>
          </a:solidFill>
        </p:spPr>
        <p:txBody>
          <a:bodyPr/>
          <a:lstStyle/>
          <a:p>
            <a:pPr marL="0" indent="0">
              <a:defRPr sz="2000"/>
            </a:pPr>
            <a:r>
              <a:t>	</a:t>
            </a:r>
            <a:r>
              <a:rPr sz="2200"/>
              <a:t>Our goal is to build an anomaly detection system that can identify anomalies based on analysis of computer-generated logs. We focus on semi-supervised log anomaly detection, as we believe this setting to be applicable to most real-world systems, where we won’t have labeled anomaly data, but could obtain data that is considered normal or sufficiently normal from some baseline period based on the system administrator’s evaluation.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Google Shape;269;p46"/>
          <p:cNvSpPr txBox="1"/>
          <p:nvPr>
            <p:ph type="title"/>
          </p:nvPr>
        </p:nvSpPr>
        <p:spPr>
          <a:xfrm>
            <a:off x="720000" y="445025"/>
            <a:ext cx="7710900" cy="572701"/>
          </a:xfrm>
          <a:prstGeom prst="rect">
            <a:avLst/>
          </a:prstGeom>
        </p:spPr>
        <p:txBody>
          <a:bodyPr/>
          <a:lstStyle>
            <a:lvl1pPr defTabSz="768095">
              <a:defRPr sz="2520">
                <a:solidFill>
                  <a:schemeClr val="accent1"/>
                </a:solidFill>
              </a:defRPr>
            </a:lvl1pPr>
          </a:lstStyle>
          <a:p>
            <a:pPr/>
            <a:r>
              <a:t>Our approach</a:t>
            </a:r>
          </a:p>
        </p:txBody>
      </p:sp>
      <p:sp>
        <p:nvSpPr>
          <p:cNvPr id="100" name="Google Shape;270;p46"/>
          <p:cNvSpPr txBox="1"/>
          <p:nvPr>
            <p:ph type="body" sz="half" idx="1"/>
          </p:nvPr>
        </p:nvSpPr>
        <p:spPr>
          <a:xfrm>
            <a:off x="826016" y="1470595"/>
            <a:ext cx="4294802" cy="2686170"/>
          </a:xfrm>
          <a:prstGeom prst="rect">
            <a:avLst/>
          </a:prstGeom>
          <a:ln w="9525">
            <a:solidFill>
              <a:srgbClr val="8ED835"/>
            </a:solidFill>
            <a:round/>
          </a:ln>
        </p:spPr>
        <p:txBody>
          <a:bodyPr/>
          <a:lstStyle/>
          <a:p>
            <a:pPr marL="171450" indent="-171450">
              <a:spcBef>
                <a:spcPts val="1000"/>
              </a:spcBef>
            </a:pPr>
            <a:r>
              <a:t> </a:t>
            </a:r>
            <a:r>
              <a:rPr sz="1400"/>
              <a:t>Our approach is build a system that can predict attacks using our ML model.</a:t>
            </a:r>
            <a:endParaRPr sz="1400"/>
          </a:p>
          <a:p>
            <a:pPr marL="0" indent="0">
              <a:spcBef>
                <a:spcPts val="1000"/>
              </a:spcBef>
              <a:buSzTx/>
              <a:buNone/>
              <a:defRPr b="1" sz="1400"/>
            </a:pPr>
            <a:r>
              <a:t>About ML model:-</a:t>
            </a:r>
          </a:p>
          <a:p>
            <a:pPr marL="171450" indent="-171450">
              <a:spcBef>
                <a:spcPts val="1000"/>
              </a:spcBef>
              <a:buSzPts val="1400"/>
              <a:defRPr sz="1400"/>
            </a:pPr>
            <a:r>
              <a:t>The ML model is applied to new, incoming events to detect if there’s a match.</a:t>
            </a:r>
          </a:p>
          <a:p>
            <a:pPr marL="171450" indent="-171450">
              <a:spcBef>
                <a:spcPts val="1000"/>
              </a:spcBef>
              <a:buSzPts val="1400"/>
              <a:defRPr sz="1400"/>
            </a:pPr>
            <a:r>
              <a:t> If the new event that arrives agrees with our model’s prediction, then it is flagged as normal, otherwise it is treated as an anomaly</a:t>
            </a:r>
            <a:r>
              <a:rPr sz="2000"/>
              <a:t>.</a:t>
            </a:r>
          </a:p>
        </p:txBody>
      </p:sp>
      <p:pic>
        <p:nvPicPr>
          <p:cNvPr id="101" name="Google Shape;271;p46" descr="Google Shape;271;p46"/>
          <p:cNvPicPr>
            <a:picLocks noChangeAspect="1"/>
          </p:cNvPicPr>
          <p:nvPr/>
        </p:nvPicPr>
        <p:blipFill>
          <a:blip r:embed="rId2">
            <a:extLst/>
          </a:blip>
          <a:srcRect l="0" t="18916" r="0" b="0"/>
          <a:stretch>
            <a:fillRect/>
          </a:stretch>
        </p:blipFill>
        <p:spPr>
          <a:xfrm rot="16200000">
            <a:off x="4788813" y="767087"/>
            <a:ext cx="5224700" cy="3609327"/>
          </a:xfrm>
          <a:prstGeom prst="rect">
            <a:avLst/>
          </a:prstGeom>
          <a:ln w="12700">
            <a:miter lim="400000"/>
          </a:ln>
        </p:spPr>
      </p:pic>
      <p:sp>
        <p:nvSpPr>
          <p:cNvPr id="102" name="Google Shape;272;p46"/>
          <p:cNvSpPr/>
          <p:nvPr/>
        </p:nvSpPr>
        <p:spPr>
          <a:xfrm rot="16200000">
            <a:off x="6740890" y="-389604"/>
            <a:ext cx="5862988" cy="574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Google Shape;269;p46"/>
          <p:cNvSpPr txBox="1"/>
          <p:nvPr>
            <p:ph type="title"/>
          </p:nvPr>
        </p:nvSpPr>
        <p:spPr>
          <a:xfrm>
            <a:off x="481461" y="525549"/>
            <a:ext cx="7710900" cy="572702"/>
          </a:xfrm>
          <a:prstGeom prst="rect">
            <a:avLst/>
          </a:prstGeom>
        </p:spPr>
        <p:txBody>
          <a:bodyPr/>
          <a:lstStyle>
            <a:lvl1pPr defTabSz="768095">
              <a:defRPr sz="2520">
                <a:solidFill>
                  <a:schemeClr val="accent1"/>
                </a:solidFill>
              </a:defRPr>
            </a:lvl1pPr>
          </a:lstStyle>
          <a:p>
            <a:pPr/>
            <a:r>
              <a:t>Attacks that can be detected</a:t>
            </a:r>
          </a:p>
        </p:txBody>
      </p:sp>
      <p:sp>
        <p:nvSpPr>
          <p:cNvPr id="105" name="Google Shape;270;p46"/>
          <p:cNvSpPr txBox="1"/>
          <p:nvPr>
            <p:ph type="body" sz="half" idx="1"/>
          </p:nvPr>
        </p:nvSpPr>
        <p:spPr>
          <a:xfrm>
            <a:off x="821599" y="1276624"/>
            <a:ext cx="4294802" cy="3149602"/>
          </a:xfrm>
          <a:prstGeom prst="rect">
            <a:avLst/>
          </a:prstGeom>
          <a:ln w="9525">
            <a:solidFill>
              <a:srgbClr val="8ED835"/>
            </a:solidFill>
            <a:round/>
          </a:ln>
        </p:spPr>
        <p:txBody>
          <a:bodyPr/>
          <a:lstStyle/>
          <a:p>
            <a:pPr marL="285750" indent="-285750">
              <a:spcBef>
                <a:spcPts val="1000"/>
              </a:spcBef>
              <a:buSzPts val="1400"/>
              <a:defRPr sz="1400"/>
            </a:pPr>
            <a:r>
              <a:t>DoS attacks-GoldenEye</a:t>
            </a:r>
          </a:p>
          <a:p>
            <a:pPr marL="171450" indent="-171450">
              <a:spcBef>
                <a:spcPts val="1000"/>
              </a:spcBef>
              <a:buSzPts val="1400"/>
              <a:defRPr sz="1400"/>
            </a:pPr>
            <a:r>
              <a:t>   SSH-Bruteforce</a:t>
            </a:r>
          </a:p>
          <a:p>
            <a:pPr marL="171450" indent="-171450">
              <a:spcBef>
                <a:spcPts val="1000"/>
              </a:spcBef>
              <a:buSzPts val="1400"/>
              <a:defRPr sz="1400"/>
            </a:pPr>
            <a:r>
              <a:t>   DDOS attack-HOIC</a:t>
            </a:r>
          </a:p>
          <a:p>
            <a:pPr marL="171450" indent="-171450">
              <a:spcBef>
                <a:spcPts val="1000"/>
              </a:spcBef>
              <a:buSzPts val="1400"/>
              <a:defRPr sz="1400"/>
            </a:pPr>
            <a:r>
              <a:t>   DoS attacks-SlowHTTPTest</a:t>
            </a:r>
          </a:p>
          <a:p>
            <a:pPr marL="171450" indent="-171450">
              <a:spcBef>
                <a:spcPts val="1000"/>
              </a:spcBef>
              <a:buSzPts val="1400"/>
              <a:defRPr sz="1400"/>
            </a:pPr>
            <a:r>
              <a:t>   DoS attacks-Hulk</a:t>
            </a:r>
          </a:p>
          <a:p>
            <a:pPr marL="171450" indent="-171450">
              <a:spcBef>
                <a:spcPts val="1000"/>
              </a:spcBef>
              <a:buSzPts val="1400"/>
              <a:defRPr sz="1400"/>
            </a:pPr>
            <a:r>
              <a:t>   Infilteration</a:t>
            </a:r>
          </a:p>
          <a:p>
            <a:pPr marL="171450" indent="-171450">
              <a:spcBef>
                <a:spcPts val="1000"/>
              </a:spcBef>
              <a:buSzPts val="1400"/>
              <a:defRPr sz="1400"/>
            </a:pPr>
            <a:r>
              <a:t>   Bot</a:t>
            </a:r>
          </a:p>
          <a:p>
            <a:pPr marL="171450" indent="-171450">
              <a:spcBef>
                <a:spcPts val="1000"/>
              </a:spcBef>
              <a:buSzPts val="1400"/>
              <a:defRPr sz="1400"/>
            </a:pPr>
            <a:r>
              <a:t>   FTP-BruteForce</a:t>
            </a:r>
          </a:p>
        </p:txBody>
      </p:sp>
      <p:pic>
        <p:nvPicPr>
          <p:cNvPr id="106" name="Google Shape;271;p46" descr="Google Shape;271;p46"/>
          <p:cNvPicPr>
            <a:picLocks noChangeAspect="1"/>
          </p:cNvPicPr>
          <p:nvPr/>
        </p:nvPicPr>
        <p:blipFill>
          <a:blip r:embed="rId2">
            <a:extLst/>
          </a:blip>
          <a:srcRect l="0" t="18916" r="0" b="0"/>
          <a:stretch>
            <a:fillRect/>
          </a:stretch>
        </p:blipFill>
        <p:spPr>
          <a:xfrm rot="16200000">
            <a:off x="4788813" y="767087"/>
            <a:ext cx="5224700" cy="3609327"/>
          </a:xfrm>
          <a:prstGeom prst="rect">
            <a:avLst/>
          </a:prstGeom>
          <a:ln w="12700">
            <a:miter lim="400000"/>
          </a:ln>
        </p:spPr>
      </p:pic>
      <p:sp>
        <p:nvSpPr>
          <p:cNvPr id="107" name="Google Shape;272;p46"/>
          <p:cNvSpPr/>
          <p:nvPr/>
        </p:nvSpPr>
        <p:spPr>
          <a:xfrm rot="16200000">
            <a:off x="6740890" y="-389604"/>
            <a:ext cx="5862988" cy="574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Title 1"/>
          <p:cNvSpPr txBox="1"/>
          <p:nvPr>
            <p:ph type="title"/>
          </p:nvPr>
        </p:nvSpPr>
        <p:spPr>
          <a:xfrm>
            <a:off x="720000" y="445025"/>
            <a:ext cx="7710900" cy="572701"/>
          </a:xfrm>
          <a:prstGeom prst="rect">
            <a:avLst/>
          </a:prstGeom>
        </p:spPr>
        <p:txBody>
          <a:bodyPr/>
          <a:lstStyle/>
          <a:p>
            <a:pPr defTabSz="768095">
              <a:defRPr sz="2520"/>
            </a:pPr>
          </a:p>
        </p:txBody>
      </p:sp>
      <p:sp>
        <p:nvSpPr>
          <p:cNvPr id="110" name="Subtitle 2"/>
          <p:cNvSpPr txBox="1"/>
          <p:nvPr>
            <p:ph type="body" sz="quarter" idx="1"/>
          </p:nvPr>
        </p:nvSpPr>
        <p:spPr>
          <a:xfrm>
            <a:off x="719999" y="1700300"/>
            <a:ext cx="4294802" cy="1910101"/>
          </a:xfrm>
          <a:prstGeom prst="rect">
            <a:avLst/>
          </a:prstGeom>
        </p:spPr>
        <p:txBody>
          <a:bodyPr/>
          <a:lstStyle/>
          <a:p>
            <a:pPr/>
          </a:p>
        </p:txBody>
      </p:sp>
      <p:pic>
        <p:nvPicPr>
          <p:cNvPr id="111" name="Picture 4" descr="Picture 4"/>
          <p:cNvPicPr>
            <a:picLocks noChangeAspect="1"/>
          </p:cNvPicPr>
          <p:nvPr/>
        </p:nvPicPr>
        <p:blipFill>
          <a:blip r:embed="rId2">
            <a:extLst/>
          </a:blip>
          <a:stretch>
            <a:fillRect/>
          </a:stretch>
        </p:blipFill>
        <p:spPr>
          <a:xfrm>
            <a:off x="0" y="-349218"/>
            <a:ext cx="9180760" cy="5785074"/>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Google Shape;269;p46"/>
          <p:cNvSpPr txBox="1"/>
          <p:nvPr>
            <p:ph type="title"/>
          </p:nvPr>
        </p:nvSpPr>
        <p:spPr>
          <a:xfrm>
            <a:off x="481461" y="600921"/>
            <a:ext cx="2381008" cy="649477"/>
          </a:xfrm>
          <a:prstGeom prst="rect">
            <a:avLst/>
          </a:prstGeom>
        </p:spPr>
        <p:txBody>
          <a:bodyPr/>
          <a:lstStyle>
            <a:lvl1pPr defTabSz="841247">
              <a:defRPr sz="1840">
                <a:solidFill>
                  <a:schemeClr val="accent1"/>
                </a:solidFill>
              </a:defRPr>
            </a:lvl1pPr>
          </a:lstStyle>
          <a:p>
            <a:pPr/>
            <a:r>
              <a:t>Data Preprocessing</a:t>
            </a:r>
          </a:p>
        </p:txBody>
      </p:sp>
      <p:sp>
        <p:nvSpPr>
          <p:cNvPr id="114" name="Google Shape;270;p46"/>
          <p:cNvSpPr txBox="1"/>
          <p:nvPr>
            <p:ph type="body" sz="quarter" idx="1"/>
          </p:nvPr>
        </p:nvSpPr>
        <p:spPr>
          <a:xfrm>
            <a:off x="556555" y="1849505"/>
            <a:ext cx="2305915" cy="1444489"/>
          </a:xfrm>
          <a:prstGeom prst="rect">
            <a:avLst/>
          </a:prstGeom>
          <a:ln w="9525">
            <a:solidFill>
              <a:srgbClr val="8ED835"/>
            </a:solidFill>
            <a:round/>
          </a:ln>
        </p:spPr>
        <p:txBody>
          <a:bodyPr/>
          <a:lstStyle/>
          <a:p>
            <a:pPr marL="285750" indent="-285750">
              <a:spcBef>
                <a:spcPts val="1000"/>
              </a:spcBef>
              <a:buSzPts val="1400"/>
              <a:defRPr sz="1400"/>
            </a:pPr>
            <a:r>
              <a:t>CICIDS2018 Dataset</a:t>
            </a:r>
          </a:p>
          <a:p>
            <a:pPr marL="171450" indent="-171450">
              <a:spcBef>
                <a:spcPts val="1000"/>
              </a:spcBef>
              <a:buSzPts val="1400"/>
              <a:defRPr sz="1400"/>
            </a:pPr>
            <a:r>
              <a:t>   LabelEncoder</a:t>
            </a:r>
          </a:p>
          <a:p>
            <a:pPr marL="171450" indent="-171450">
              <a:spcBef>
                <a:spcPts val="1000"/>
              </a:spcBef>
              <a:buSzPts val="1400"/>
              <a:defRPr sz="1400"/>
            </a:pPr>
            <a:r>
              <a:t>   MinMaxScalar</a:t>
            </a:r>
          </a:p>
        </p:txBody>
      </p:sp>
      <p:pic>
        <p:nvPicPr>
          <p:cNvPr id="115" name="Google Shape;271;p46" descr="Google Shape;271;p46"/>
          <p:cNvPicPr>
            <a:picLocks noChangeAspect="1"/>
          </p:cNvPicPr>
          <p:nvPr/>
        </p:nvPicPr>
        <p:blipFill>
          <a:blip r:embed="rId2">
            <a:extLst/>
          </a:blip>
          <a:srcRect l="0" t="18916" r="0" b="0"/>
          <a:stretch>
            <a:fillRect/>
          </a:stretch>
        </p:blipFill>
        <p:spPr>
          <a:xfrm rot="16200000">
            <a:off x="4788813" y="767087"/>
            <a:ext cx="5224700" cy="3609327"/>
          </a:xfrm>
          <a:prstGeom prst="rect">
            <a:avLst/>
          </a:prstGeom>
          <a:ln w="12700">
            <a:miter lim="400000"/>
          </a:ln>
        </p:spPr>
      </p:pic>
      <p:sp>
        <p:nvSpPr>
          <p:cNvPr id="116" name="Google Shape;272;p46"/>
          <p:cNvSpPr/>
          <p:nvPr/>
        </p:nvSpPr>
        <p:spPr>
          <a:xfrm rot="16200000">
            <a:off x="6740890" y="-389604"/>
            <a:ext cx="5862988" cy="574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
        <p:nvSpPr>
          <p:cNvPr id="117" name="TextBox 1"/>
          <p:cNvSpPr txBox="1"/>
          <p:nvPr/>
        </p:nvSpPr>
        <p:spPr>
          <a:xfrm>
            <a:off x="3464762" y="571716"/>
            <a:ext cx="1233375" cy="701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sz="2000">
                <a:solidFill>
                  <a:schemeClr val="accent1"/>
                </a:solidFill>
                <a:latin typeface="Poppins"/>
                <a:ea typeface="Poppins"/>
                <a:cs typeface="Poppins"/>
                <a:sym typeface="Poppins"/>
              </a:defRPr>
            </a:pPr>
            <a:r>
              <a:t>Model</a:t>
            </a:r>
            <a:endParaRPr>
              <a:solidFill>
                <a:srgbClr val="000000"/>
              </a:solidFill>
            </a:endParaRPr>
          </a:p>
          <a:p>
            <a:pPr>
              <a:defRPr b="1" sz="2000">
                <a:solidFill>
                  <a:schemeClr val="accent1"/>
                </a:solidFill>
                <a:latin typeface="Poppins"/>
                <a:ea typeface="Poppins"/>
                <a:cs typeface="Poppins"/>
                <a:sym typeface="Poppins"/>
              </a:defRPr>
            </a:pPr>
            <a:r>
              <a:t>Selection</a:t>
            </a:r>
          </a:p>
        </p:txBody>
      </p:sp>
      <p:grpSp>
        <p:nvGrpSpPr>
          <p:cNvPr id="120" name="Google Shape;270;p46"/>
          <p:cNvGrpSpPr/>
          <p:nvPr/>
        </p:nvGrpSpPr>
        <p:grpSpPr>
          <a:xfrm>
            <a:off x="3419042" y="1796496"/>
            <a:ext cx="2575358" cy="1497498"/>
            <a:chOff x="0" y="0"/>
            <a:chExt cx="2575356" cy="1497497"/>
          </a:xfrm>
        </p:grpSpPr>
        <p:sp>
          <p:nvSpPr>
            <p:cNvPr id="118" name="Rectangle"/>
            <p:cNvSpPr/>
            <p:nvPr/>
          </p:nvSpPr>
          <p:spPr>
            <a:xfrm>
              <a:off x="0" y="-1"/>
              <a:ext cx="2575357" cy="1497499"/>
            </a:xfrm>
            <a:prstGeom prst="rect">
              <a:avLst/>
            </a:prstGeom>
            <a:noFill/>
            <a:ln w="9525" cap="flat">
              <a:solidFill>
                <a:srgbClr val="8ED835"/>
              </a:solidFill>
              <a:prstDash val="solid"/>
              <a:round/>
            </a:ln>
            <a:effectLst/>
          </p:spPr>
          <p:txBody>
            <a:bodyPr wrap="square" lIns="45719" tIns="45719" rIns="45719" bIns="45719" numCol="1" anchor="t">
              <a:noAutofit/>
            </a:bodyPr>
            <a:lstStyle/>
            <a:p>
              <a:pPr>
                <a:spcBef>
                  <a:spcPts val="1000"/>
                </a:spcBef>
                <a:defRPr>
                  <a:latin typeface="Archivo"/>
                  <a:ea typeface="Archivo"/>
                  <a:cs typeface="Archivo"/>
                  <a:sym typeface="Archivo"/>
                </a:defRPr>
              </a:pPr>
            </a:p>
          </p:txBody>
        </p:sp>
        <p:sp>
          <p:nvSpPr>
            <p:cNvPr id="119" name="RandomForestRegressor…"/>
            <p:cNvSpPr txBox="1"/>
            <p:nvPr/>
          </p:nvSpPr>
          <p:spPr>
            <a:xfrm>
              <a:off x="4762" y="4762"/>
              <a:ext cx="2565833" cy="14274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p>
              <a:pPr marL="285750" indent="-285750">
                <a:spcBef>
                  <a:spcPts val="1000"/>
                </a:spcBef>
                <a:buClr>
                  <a:srgbClr val="3A3E5F"/>
                </a:buClr>
                <a:buSzPts val="1400"/>
                <a:buFont typeface="Helvetica"/>
                <a:buChar char="●"/>
                <a:defRPr>
                  <a:latin typeface="Archivo"/>
                  <a:ea typeface="Archivo"/>
                  <a:cs typeface="Archivo"/>
                  <a:sym typeface="Archivo"/>
                </a:defRPr>
              </a:pPr>
              <a:r>
                <a:t>RandomForestRegressor</a:t>
              </a:r>
            </a:p>
            <a:p>
              <a:pPr marL="285750" indent="-285750">
                <a:spcBef>
                  <a:spcPts val="1000"/>
                </a:spcBef>
                <a:buClr>
                  <a:srgbClr val="3A3E5F"/>
                </a:buClr>
                <a:buSzPts val="1400"/>
                <a:buFont typeface="Helvetica"/>
                <a:buChar char="●"/>
                <a:defRPr>
                  <a:latin typeface="Archivo"/>
                  <a:ea typeface="Archivo"/>
                  <a:cs typeface="Archivo"/>
                  <a:sym typeface="Archivo"/>
                </a:defRPr>
              </a:pPr>
              <a:r>
                <a:t>RandomForestClassifier</a:t>
              </a:r>
            </a:p>
            <a:p>
              <a:pPr marL="285750" indent="-285750">
                <a:spcBef>
                  <a:spcPts val="1000"/>
                </a:spcBef>
                <a:buClr>
                  <a:srgbClr val="3A3E5F"/>
                </a:buClr>
                <a:buSzPts val="1400"/>
                <a:buFont typeface="Helvetica"/>
                <a:buChar char="●"/>
                <a:defRPr>
                  <a:latin typeface="Archivo"/>
                  <a:ea typeface="Archivo"/>
                  <a:cs typeface="Archivo"/>
                  <a:sym typeface="Archivo"/>
                </a:defRPr>
              </a:pPr>
            </a:p>
          </p:txBody>
        </p:sp>
      </p:gr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Google Shape;269;p46"/>
          <p:cNvSpPr txBox="1"/>
          <p:nvPr>
            <p:ph type="title"/>
          </p:nvPr>
        </p:nvSpPr>
        <p:spPr>
          <a:xfrm>
            <a:off x="481461" y="600921"/>
            <a:ext cx="2381008" cy="649477"/>
          </a:xfrm>
          <a:prstGeom prst="rect">
            <a:avLst/>
          </a:prstGeom>
        </p:spPr>
        <p:txBody>
          <a:bodyPr/>
          <a:lstStyle>
            <a:lvl1pPr defTabSz="694944">
              <a:defRPr sz="1520">
                <a:solidFill>
                  <a:schemeClr val="accent1"/>
                </a:solidFill>
              </a:defRPr>
            </a:lvl1pPr>
          </a:lstStyle>
          <a:p>
            <a:pPr/>
            <a:r>
              <a:t>Model training and testing</a:t>
            </a:r>
          </a:p>
        </p:txBody>
      </p:sp>
      <p:sp>
        <p:nvSpPr>
          <p:cNvPr id="123" name="Google Shape;270;p46"/>
          <p:cNvSpPr txBox="1"/>
          <p:nvPr>
            <p:ph type="body" sz="quarter" idx="1"/>
          </p:nvPr>
        </p:nvSpPr>
        <p:spPr>
          <a:xfrm>
            <a:off x="556556" y="1602130"/>
            <a:ext cx="2990945" cy="2642983"/>
          </a:xfrm>
          <a:prstGeom prst="rect">
            <a:avLst/>
          </a:prstGeom>
          <a:ln w="9525">
            <a:solidFill>
              <a:srgbClr val="8ED835"/>
            </a:solidFill>
            <a:round/>
          </a:ln>
        </p:spPr>
        <p:txBody>
          <a:bodyPr/>
          <a:lstStyle/>
          <a:p>
            <a:pPr marL="285750" indent="-285750">
              <a:spcBef>
                <a:spcPts val="1000"/>
              </a:spcBef>
              <a:buSzPts val="1400"/>
              <a:defRPr sz="1400"/>
            </a:pPr>
            <a:r>
              <a:t>GaussianNB</a:t>
            </a:r>
          </a:p>
          <a:p>
            <a:pPr marL="171450" indent="-171450">
              <a:spcBef>
                <a:spcPts val="1000"/>
              </a:spcBef>
              <a:buSzPts val="1400"/>
              <a:defRPr sz="1400"/>
            </a:pPr>
            <a:r>
              <a:t>   RandomForestClassifier</a:t>
            </a:r>
          </a:p>
          <a:p>
            <a:pPr marL="171450" indent="-171450">
              <a:spcBef>
                <a:spcPts val="1000"/>
              </a:spcBef>
              <a:buSzPts val="1400"/>
              <a:defRPr sz="1400"/>
            </a:pPr>
            <a:r>
              <a:t>   QuadraticDiscriminantAnalysis</a:t>
            </a:r>
          </a:p>
          <a:p>
            <a:pPr marL="171450" indent="-171450">
              <a:spcBef>
                <a:spcPts val="1000"/>
              </a:spcBef>
              <a:buSzPts val="1400"/>
              <a:defRPr sz="1400"/>
            </a:pPr>
            <a:r>
              <a:t>   MLP</a:t>
            </a:r>
          </a:p>
          <a:p>
            <a:pPr marL="171450" indent="-171450">
              <a:spcBef>
                <a:spcPts val="1000"/>
              </a:spcBef>
              <a:buSzPts val="1400"/>
              <a:defRPr sz="1400"/>
            </a:pPr>
            <a:r>
              <a:t>   WKNN</a:t>
            </a:r>
          </a:p>
          <a:p>
            <a:pPr marL="171450" indent="-171450">
              <a:spcBef>
                <a:spcPts val="1000"/>
              </a:spcBef>
              <a:buSzPts val="1400"/>
              <a:defRPr sz="1400"/>
            </a:pPr>
            <a:r>
              <a:t>   KNN</a:t>
            </a:r>
          </a:p>
          <a:p>
            <a:pPr marL="171450" indent="-171450">
              <a:spcBef>
                <a:spcPts val="1000"/>
              </a:spcBef>
              <a:buSzPts val="1400"/>
              <a:defRPr sz="1400"/>
            </a:pPr>
            <a:r>
              <a:t>   DecisionTree</a:t>
            </a:r>
          </a:p>
        </p:txBody>
      </p:sp>
      <p:pic>
        <p:nvPicPr>
          <p:cNvPr id="124" name="Google Shape;271;p46" descr="Google Shape;271;p46"/>
          <p:cNvPicPr>
            <a:picLocks noChangeAspect="1"/>
          </p:cNvPicPr>
          <p:nvPr/>
        </p:nvPicPr>
        <p:blipFill>
          <a:blip r:embed="rId2">
            <a:extLst/>
          </a:blip>
          <a:srcRect l="0" t="18916" r="0" b="0"/>
          <a:stretch>
            <a:fillRect/>
          </a:stretch>
        </p:blipFill>
        <p:spPr>
          <a:xfrm rot="16200000">
            <a:off x="4788813" y="767087"/>
            <a:ext cx="5224700" cy="3609327"/>
          </a:xfrm>
          <a:prstGeom prst="rect">
            <a:avLst/>
          </a:prstGeom>
          <a:ln w="12700">
            <a:miter lim="400000"/>
          </a:ln>
        </p:spPr>
      </p:pic>
      <p:sp>
        <p:nvSpPr>
          <p:cNvPr id="125" name="Google Shape;272;p46"/>
          <p:cNvSpPr/>
          <p:nvPr/>
        </p:nvSpPr>
        <p:spPr>
          <a:xfrm rot="16200000">
            <a:off x="6740890" y="-389604"/>
            <a:ext cx="5862988" cy="5748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
        <p:nvSpPr>
          <p:cNvPr id="126" name="TextBox 1"/>
          <p:cNvSpPr txBox="1"/>
          <p:nvPr/>
        </p:nvSpPr>
        <p:spPr>
          <a:xfrm>
            <a:off x="3866746" y="571716"/>
            <a:ext cx="1557819" cy="701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sz="2000">
                <a:solidFill>
                  <a:schemeClr val="accent1"/>
                </a:solidFill>
                <a:latin typeface="Poppins"/>
                <a:ea typeface="Poppins"/>
                <a:cs typeface="Poppins"/>
                <a:sym typeface="Poppins"/>
              </a:defRPr>
            </a:pPr>
            <a:r>
              <a:t>Model</a:t>
            </a:r>
            <a:endParaRPr>
              <a:solidFill>
                <a:srgbClr val="000000"/>
              </a:solidFill>
            </a:endParaRPr>
          </a:p>
          <a:p>
            <a:pPr>
              <a:defRPr b="1" sz="2000">
                <a:solidFill>
                  <a:schemeClr val="accent1"/>
                </a:solidFill>
                <a:latin typeface="Poppins"/>
                <a:ea typeface="Poppins"/>
                <a:cs typeface="Poppins"/>
                <a:sym typeface="Poppins"/>
              </a:defRPr>
            </a:pPr>
            <a:r>
              <a:t>Deployment</a:t>
            </a:r>
          </a:p>
        </p:txBody>
      </p:sp>
      <p:grpSp>
        <p:nvGrpSpPr>
          <p:cNvPr id="129" name="Google Shape;270;p46"/>
          <p:cNvGrpSpPr/>
          <p:nvPr/>
        </p:nvGrpSpPr>
        <p:grpSpPr>
          <a:xfrm>
            <a:off x="3951751" y="1602130"/>
            <a:ext cx="1903914" cy="2642983"/>
            <a:chOff x="0" y="0"/>
            <a:chExt cx="1903913" cy="2642981"/>
          </a:xfrm>
        </p:grpSpPr>
        <p:sp>
          <p:nvSpPr>
            <p:cNvPr id="127" name="Rectangle"/>
            <p:cNvSpPr/>
            <p:nvPr/>
          </p:nvSpPr>
          <p:spPr>
            <a:xfrm>
              <a:off x="-1" y="-1"/>
              <a:ext cx="1903915" cy="2642983"/>
            </a:xfrm>
            <a:prstGeom prst="rect">
              <a:avLst/>
            </a:prstGeom>
            <a:noFill/>
            <a:ln w="9525" cap="flat">
              <a:solidFill>
                <a:srgbClr val="8ED835"/>
              </a:solidFill>
              <a:prstDash val="solid"/>
              <a:round/>
            </a:ln>
            <a:effectLst/>
          </p:spPr>
          <p:txBody>
            <a:bodyPr wrap="square" lIns="45719" tIns="45719" rIns="45719" bIns="45719" numCol="1" anchor="t">
              <a:noAutofit/>
            </a:bodyPr>
            <a:lstStyle/>
            <a:p>
              <a:pPr>
                <a:spcBef>
                  <a:spcPts val="1000"/>
                </a:spcBef>
                <a:defRPr>
                  <a:latin typeface="Archivo"/>
                  <a:ea typeface="Archivo"/>
                  <a:cs typeface="Archivo"/>
                  <a:sym typeface="Archivo"/>
                </a:defRPr>
              </a:pPr>
            </a:p>
          </p:txBody>
        </p:sp>
        <p:sp>
          <p:nvSpPr>
            <p:cNvPr id="128" name="Flask"/>
            <p:cNvSpPr txBox="1"/>
            <p:nvPr/>
          </p:nvSpPr>
          <p:spPr>
            <a:xfrm>
              <a:off x="4762" y="4762"/>
              <a:ext cx="1894389" cy="7035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marL="285750" indent="-285750">
                <a:spcBef>
                  <a:spcPts val="1000"/>
                </a:spcBef>
                <a:buClr>
                  <a:srgbClr val="3A3E5F"/>
                </a:buClr>
                <a:buSzPts val="1400"/>
                <a:buFont typeface="Helvetica"/>
                <a:buChar char="●"/>
                <a:defRPr>
                  <a:latin typeface="Archivo"/>
                  <a:ea typeface="Archivo"/>
                  <a:cs typeface="Archivo"/>
                  <a:sym typeface="Archivo"/>
                </a:defRPr>
              </a:lvl1pPr>
            </a:lstStyle>
            <a:p>
              <a:pPr/>
              <a:r>
                <a:t>Flask</a:t>
              </a:r>
              <a:endParaRPr sz="1200"/>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Google Shape;248;p43"/>
          <p:cNvSpPr txBox="1"/>
          <p:nvPr>
            <p:ph type="title"/>
          </p:nvPr>
        </p:nvSpPr>
        <p:spPr>
          <a:xfrm>
            <a:off x="3154061" y="133252"/>
            <a:ext cx="5824520" cy="1483415"/>
          </a:xfrm>
          <a:prstGeom prst="rect">
            <a:avLst/>
          </a:prstGeom>
        </p:spPr>
        <p:txBody>
          <a:bodyPr/>
          <a:lstStyle>
            <a:lvl1pPr>
              <a:defRPr sz="4000">
                <a:solidFill>
                  <a:schemeClr val="accent1"/>
                </a:solidFill>
              </a:defRPr>
            </a:lvl1pPr>
          </a:lstStyle>
          <a:p>
            <a:pPr/>
            <a:r>
              <a:t>TECHNOLOGIES AND TOOLS USED</a:t>
            </a:r>
          </a:p>
        </p:txBody>
      </p:sp>
      <p:pic>
        <p:nvPicPr>
          <p:cNvPr id="132" name="Google Shape;250;p43" descr="Google Shape;250;p43"/>
          <p:cNvPicPr>
            <a:picLocks noChangeAspect="1"/>
          </p:cNvPicPr>
          <p:nvPr/>
        </p:nvPicPr>
        <p:blipFill>
          <a:blip r:embed="rId2">
            <a:extLst/>
          </a:blip>
          <a:srcRect l="39171" t="0" r="5368" b="0"/>
          <a:stretch>
            <a:fillRect/>
          </a:stretch>
        </p:blipFill>
        <p:spPr>
          <a:xfrm flipH="1">
            <a:off x="-19251" y="0"/>
            <a:ext cx="3005225" cy="5143499"/>
          </a:xfrm>
          <a:prstGeom prst="rect">
            <a:avLst/>
          </a:prstGeom>
          <a:ln w="12700">
            <a:miter lim="400000"/>
          </a:ln>
        </p:spPr>
      </p:pic>
      <p:sp>
        <p:nvSpPr>
          <p:cNvPr id="133" name="Google Shape;251;p43"/>
          <p:cNvSpPr/>
          <p:nvPr/>
        </p:nvSpPr>
        <p:spPr>
          <a:xfrm flipH="1">
            <a:off x="-1894501" y="1830691"/>
            <a:ext cx="5215452" cy="51136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
        <p:nvSpPr>
          <p:cNvPr id="134" name="TextBox 5"/>
          <p:cNvSpPr txBox="1"/>
          <p:nvPr/>
        </p:nvSpPr>
        <p:spPr>
          <a:xfrm>
            <a:off x="3182870" y="1830690"/>
            <a:ext cx="2973427" cy="30176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800">
                <a:solidFill>
                  <a:srgbClr val="000000"/>
                </a:solidFill>
              </a:defRPr>
            </a:pPr>
            <a:r>
              <a:t>Front End</a:t>
            </a:r>
            <a:r>
              <a:rPr b="0"/>
              <a:t>:</a:t>
            </a:r>
          </a:p>
          <a:p>
            <a:pPr marL="285750" indent="-285750">
              <a:buClr>
                <a:srgbClr val="000000"/>
              </a:buClr>
              <a:buSzPct val="100000"/>
              <a:buFont typeface="Arial"/>
              <a:buChar char="•"/>
              <a:defRPr sz="1800">
                <a:solidFill>
                  <a:srgbClr val="000000"/>
                </a:solidFill>
              </a:defRPr>
            </a:pPr>
            <a:r>
              <a:t>HTML</a:t>
            </a:r>
          </a:p>
          <a:p>
            <a:pPr marL="285750" indent="-285750">
              <a:buClr>
                <a:srgbClr val="000000"/>
              </a:buClr>
              <a:buSzPct val="100000"/>
              <a:buFont typeface="Arial"/>
              <a:buChar char="•"/>
              <a:defRPr sz="1800">
                <a:solidFill>
                  <a:srgbClr val="000000"/>
                </a:solidFill>
              </a:defRPr>
            </a:pPr>
            <a:r>
              <a:t>CSS</a:t>
            </a:r>
          </a:p>
          <a:p>
            <a:pPr marL="285750" indent="-285750">
              <a:buClr>
                <a:srgbClr val="000000"/>
              </a:buClr>
              <a:buSzPct val="100000"/>
              <a:buFont typeface="Arial"/>
              <a:buChar char="•"/>
              <a:defRPr sz="1800">
                <a:solidFill>
                  <a:srgbClr val="000000"/>
                </a:solidFill>
              </a:defRPr>
            </a:pPr>
          </a:p>
          <a:p>
            <a:pPr>
              <a:defRPr b="1" sz="1800">
                <a:solidFill>
                  <a:srgbClr val="000000"/>
                </a:solidFill>
              </a:defRPr>
            </a:pPr>
            <a:r>
              <a:t>Backend</a:t>
            </a:r>
            <a:r>
              <a:rPr b="0"/>
              <a:t>:</a:t>
            </a:r>
          </a:p>
          <a:p>
            <a:pPr marL="285750" indent="-285750">
              <a:buClr>
                <a:srgbClr val="000000"/>
              </a:buClr>
              <a:buSzPct val="100000"/>
              <a:buFont typeface="Arial"/>
              <a:buChar char="•"/>
              <a:defRPr sz="1800">
                <a:solidFill>
                  <a:srgbClr val="000000"/>
                </a:solidFill>
              </a:defRPr>
            </a:pPr>
            <a:r>
              <a:t>Flask</a:t>
            </a:r>
          </a:p>
          <a:p>
            <a:pPr marL="285750" indent="-285750">
              <a:buClr>
                <a:srgbClr val="000000"/>
              </a:buClr>
              <a:buSzPct val="100000"/>
              <a:buFont typeface="Arial"/>
              <a:buChar char="•"/>
              <a:defRPr sz="1800">
                <a:solidFill>
                  <a:srgbClr val="000000"/>
                </a:solidFill>
              </a:defRPr>
            </a:pPr>
          </a:p>
          <a:p>
            <a:pPr>
              <a:defRPr b="1" sz="1800">
                <a:solidFill>
                  <a:srgbClr val="000000"/>
                </a:solidFill>
              </a:defRPr>
            </a:pPr>
            <a:r>
              <a:t>Programming Language:</a:t>
            </a:r>
            <a:r>
              <a:rPr b="0"/>
              <a:t>	</a:t>
            </a:r>
          </a:p>
          <a:p>
            <a:pPr marL="285750" indent="-285750">
              <a:buClr>
                <a:srgbClr val="000000"/>
              </a:buClr>
              <a:buSzPct val="100000"/>
              <a:buFont typeface="Arial"/>
              <a:buChar char="•"/>
              <a:defRPr sz="1800">
                <a:solidFill>
                  <a:srgbClr val="000000"/>
                </a:solidFill>
              </a:defRPr>
            </a:pPr>
            <a:r>
              <a:t>Python</a:t>
            </a:r>
          </a:p>
          <a:p>
            <a:pPr marL="285750" indent="-285750">
              <a:buClr>
                <a:srgbClr val="000000"/>
              </a:buClr>
              <a:buSzPct val="100000"/>
              <a:buFont typeface="Arial"/>
              <a:buChar char="•"/>
              <a:defRPr sz="1800">
                <a:solidFill>
                  <a:srgbClr val="000000"/>
                </a:solidFill>
              </a:defRPr>
            </a:pPr>
          </a:p>
        </p:txBody>
      </p:sp>
      <p:sp>
        <p:nvSpPr>
          <p:cNvPr id="135" name="TextBox 7"/>
          <p:cNvSpPr txBox="1"/>
          <p:nvPr/>
        </p:nvSpPr>
        <p:spPr>
          <a:xfrm>
            <a:off x="6247737" y="1830690"/>
            <a:ext cx="2913787" cy="22175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800">
                <a:solidFill>
                  <a:srgbClr val="000000"/>
                </a:solidFill>
              </a:defRPr>
            </a:pPr>
            <a:r>
              <a:t>Data Processing</a:t>
            </a:r>
            <a:r>
              <a:rPr b="0"/>
              <a:t>:</a:t>
            </a:r>
          </a:p>
          <a:p>
            <a:pPr marL="285750" indent="-285750">
              <a:buClr>
                <a:srgbClr val="000000"/>
              </a:buClr>
              <a:buSzPct val="100000"/>
              <a:buFont typeface="Arial"/>
              <a:buChar char="•"/>
              <a:defRPr sz="1800">
                <a:solidFill>
                  <a:srgbClr val="000000"/>
                </a:solidFill>
              </a:defRPr>
            </a:pPr>
            <a:r>
              <a:t>Pandas	</a:t>
            </a:r>
          </a:p>
          <a:p>
            <a:pPr marL="285750" indent="-285750">
              <a:buClr>
                <a:srgbClr val="000000"/>
              </a:buClr>
              <a:buSzPct val="100000"/>
              <a:buFont typeface="Arial"/>
              <a:buChar char="•"/>
              <a:defRPr sz="1800">
                <a:solidFill>
                  <a:srgbClr val="000000"/>
                </a:solidFill>
              </a:defRPr>
            </a:pPr>
            <a:r>
              <a:t>NumPy</a:t>
            </a:r>
          </a:p>
          <a:p>
            <a:pPr marL="285750" indent="-285750">
              <a:buClr>
                <a:srgbClr val="000000"/>
              </a:buClr>
              <a:buSzPct val="100000"/>
              <a:buFont typeface="Arial"/>
              <a:buChar char="•"/>
              <a:defRPr sz="1800">
                <a:solidFill>
                  <a:srgbClr val="000000"/>
                </a:solidFill>
              </a:defRPr>
            </a:pPr>
            <a:r>
              <a:t>Seaborn</a:t>
            </a:r>
          </a:p>
          <a:p>
            <a:pPr marL="285750" indent="-285750">
              <a:buClr>
                <a:srgbClr val="000000"/>
              </a:buClr>
              <a:buSzPct val="100000"/>
              <a:buFont typeface="Arial"/>
              <a:buChar char="•"/>
              <a:defRPr sz="1800">
                <a:solidFill>
                  <a:srgbClr val="000000"/>
                </a:solidFill>
              </a:defRPr>
            </a:pPr>
            <a:r>
              <a:t>Matplotlib</a:t>
            </a:r>
          </a:p>
          <a:p>
            <a:pPr marL="285750" indent="-285750">
              <a:buClr>
                <a:srgbClr val="000000"/>
              </a:buClr>
              <a:buSzPct val="100000"/>
              <a:buFont typeface="Arial"/>
              <a:buChar char="•"/>
              <a:defRPr sz="1800">
                <a:solidFill>
                  <a:srgbClr val="000000"/>
                </a:solidFill>
              </a:defRPr>
            </a:pPr>
          </a:p>
          <a:p>
            <a:pPr>
              <a:defRPr b="1" sz="1800">
                <a:solidFill>
                  <a:srgbClr val="000000"/>
                </a:solidFill>
              </a:defRPr>
            </a:pPr>
            <a:r>
              <a:t>ML Libraries</a:t>
            </a:r>
            <a:r>
              <a:rPr b="0"/>
              <a:t>:</a:t>
            </a:r>
          </a:p>
          <a:p>
            <a:pPr marL="285750" indent="-285750">
              <a:buClr>
                <a:srgbClr val="000000"/>
              </a:buClr>
              <a:buSzPct val="100000"/>
              <a:buFont typeface="Arial"/>
              <a:buChar char="•"/>
              <a:defRPr sz="1800">
                <a:solidFill>
                  <a:srgbClr val="000000"/>
                </a:solidFill>
              </a:defRPr>
            </a:pPr>
            <a:r>
              <a:t>Scikit-learn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7" name="Google Shape;239;p42" descr="Google Shape;239;p42"/>
          <p:cNvPicPr>
            <a:picLocks noChangeAspect="1"/>
          </p:cNvPicPr>
          <p:nvPr/>
        </p:nvPicPr>
        <p:blipFill>
          <a:blip r:embed="rId2">
            <a:extLst/>
          </a:blip>
          <a:srcRect l="0" t="32564" r="0" b="0"/>
          <a:stretch>
            <a:fillRect/>
          </a:stretch>
        </p:blipFill>
        <p:spPr>
          <a:xfrm rot="10800000">
            <a:off x="0" y="-407100"/>
            <a:ext cx="9144004" cy="3468500"/>
          </a:xfrm>
          <a:prstGeom prst="rect">
            <a:avLst/>
          </a:prstGeom>
          <a:ln w="12700">
            <a:miter lim="400000"/>
          </a:ln>
        </p:spPr>
      </p:pic>
      <p:sp>
        <p:nvSpPr>
          <p:cNvPr id="138" name="Google Shape;240;p42"/>
          <p:cNvSpPr txBox="1"/>
          <p:nvPr>
            <p:ph type="title"/>
          </p:nvPr>
        </p:nvSpPr>
        <p:spPr>
          <a:xfrm>
            <a:off x="2135549" y="1208312"/>
            <a:ext cx="4872902" cy="1650901"/>
          </a:xfrm>
          <a:prstGeom prst="rect">
            <a:avLst/>
          </a:prstGeom>
        </p:spPr>
        <p:txBody>
          <a:bodyPr/>
          <a:lstStyle>
            <a:lvl1pPr>
              <a:defRPr sz="8000"/>
            </a:lvl1pPr>
          </a:lstStyle>
          <a:p>
            <a:pPr/>
            <a:r>
              <a:t>THANKS!</a:t>
            </a:r>
          </a:p>
        </p:txBody>
      </p:sp>
      <p:sp>
        <p:nvSpPr>
          <p:cNvPr id="139" name="Google Shape;241;p42"/>
          <p:cNvSpPr txBox="1"/>
          <p:nvPr>
            <p:ph type="body" sz="quarter" idx="1"/>
          </p:nvPr>
        </p:nvSpPr>
        <p:spPr>
          <a:xfrm>
            <a:off x="2259613" y="3125002"/>
            <a:ext cx="4872902" cy="1620371"/>
          </a:xfrm>
          <a:prstGeom prst="rect">
            <a:avLst/>
          </a:prstGeom>
          <a:solidFill>
            <a:srgbClr val="E8F7D7"/>
          </a:solidFill>
        </p:spPr>
        <p:txBody>
          <a:bodyPr/>
          <a:lstStyle/>
          <a:p>
            <a:pPr marL="0" indent="0" algn="l">
              <a:defRPr b="1"/>
            </a:pPr>
            <a:r>
              <a:t>PPT BY:</a:t>
            </a:r>
          </a:p>
          <a:p>
            <a:pPr marL="0" indent="0" algn="l"/>
            <a:r>
              <a:t>S.Abhilash Goud - 245322748059</a:t>
            </a:r>
          </a:p>
          <a:p>
            <a:pPr marL="0" indent="0" algn="l"/>
            <a:r>
              <a:t>T.Deekshita Reddy - 245322748117</a:t>
            </a:r>
          </a:p>
        </p:txBody>
      </p:sp>
      <p:sp>
        <p:nvSpPr>
          <p:cNvPr id="140" name="Google Shape;242;p42"/>
          <p:cNvSpPr/>
          <p:nvPr/>
        </p:nvSpPr>
        <p:spPr>
          <a:xfrm flipH="1" rot="8100000">
            <a:off x="-2116581" y="-3398253"/>
            <a:ext cx="5215164" cy="51133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
        <p:nvSpPr>
          <p:cNvPr id="141" name="Google Shape;243;p42"/>
          <p:cNvSpPr/>
          <p:nvPr/>
        </p:nvSpPr>
        <p:spPr>
          <a:xfrm rot="13500000">
            <a:off x="6068319" y="-3398253"/>
            <a:ext cx="5215163" cy="51133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87" y="2033"/>
                </a:moveTo>
                <a:cubicBezTo>
                  <a:pt x="9427" y="2033"/>
                  <a:pt x="9460" y="2066"/>
                  <a:pt x="9460" y="2108"/>
                </a:cubicBezTo>
                <a:cubicBezTo>
                  <a:pt x="9460" y="2149"/>
                  <a:pt x="9427" y="2183"/>
                  <a:pt x="9387" y="2183"/>
                </a:cubicBezTo>
                <a:cubicBezTo>
                  <a:pt x="9346" y="2181"/>
                  <a:pt x="9313" y="2148"/>
                  <a:pt x="9313" y="2108"/>
                </a:cubicBezTo>
                <a:cubicBezTo>
                  <a:pt x="9313" y="2066"/>
                  <a:pt x="9346" y="2033"/>
                  <a:pt x="9387" y="2033"/>
                </a:cubicBezTo>
                <a:close/>
                <a:moveTo>
                  <a:pt x="10518" y="2500"/>
                </a:moveTo>
                <a:cubicBezTo>
                  <a:pt x="10558" y="2501"/>
                  <a:pt x="10591" y="2534"/>
                  <a:pt x="10591" y="2574"/>
                </a:cubicBezTo>
                <a:cubicBezTo>
                  <a:pt x="10591" y="2616"/>
                  <a:pt x="10558" y="2649"/>
                  <a:pt x="10518" y="2649"/>
                </a:cubicBezTo>
                <a:cubicBezTo>
                  <a:pt x="10477" y="2649"/>
                  <a:pt x="10444" y="2616"/>
                  <a:pt x="10444" y="2574"/>
                </a:cubicBezTo>
                <a:cubicBezTo>
                  <a:pt x="10444" y="2533"/>
                  <a:pt x="10477" y="2500"/>
                  <a:pt x="10518" y="2500"/>
                </a:cubicBezTo>
                <a:close/>
                <a:moveTo>
                  <a:pt x="10518" y="2460"/>
                </a:moveTo>
                <a:cubicBezTo>
                  <a:pt x="10456" y="2461"/>
                  <a:pt x="10405" y="2513"/>
                  <a:pt x="10405" y="2574"/>
                </a:cubicBezTo>
                <a:cubicBezTo>
                  <a:pt x="10405" y="2637"/>
                  <a:pt x="10456" y="2689"/>
                  <a:pt x="10518" y="2689"/>
                </a:cubicBezTo>
                <a:cubicBezTo>
                  <a:pt x="10578" y="2689"/>
                  <a:pt x="10628" y="2637"/>
                  <a:pt x="10628" y="2574"/>
                </a:cubicBezTo>
                <a:cubicBezTo>
                  <a:pt x="10628" y="2513"/>
                  <a:pt x="10578" y="2460"/>
                  <a:pt x="10518" y="2460"/>
                </a:cubicBezTo>
                <a:close/>
                <a:moveTo>
                  <a:pt x="9696" y="2679"/>
                </a:moveTo>
                <a:cubicBezTo>
                  <a:pt x="9736" y="2679"/>
                  <a:pt x="9769" y="2710"/>
                  <a:pt x="9769" y="2752"/>
                </a:cubicBezTo>
                <a:cubicBezTo>
                  <a:pt x="9769" y="2793"/>
                  <a:pt x="9736" y="2827"/>
                  <a:pt x="9696" y="2827"/>
                </a:cubicBezTo>
                <a:cubicBezTo>
                  <a:pt x="9695" y="2827"/>
                  <a:pt x="9694" y="2827"/>
                  <a:pt x="9693" y="2827"/>
                </a:cubicBezTo>
                <a:cubicBezTo>
                  <a:pt x="9654" y="2827"/>
                  <a:pt x="9623" y="2792"/>
                  <a:pt x="9623" y="2752"/>
                </a:cubicBezTo>
                <a:cubicBezTo>
                  <a:pt x="9623" y="2710"/>
                  <a:pt x="9655" y="2679"/>
                  <a:pt x="9696" y="2679"/>
                </a:cubicBezTo>
                <a:close/>
                <a:moveTo>
                  <a:pt x="10518" y="2911"/>
                </a:moveTo>
                <a:cubicBezTo>
                  <a:pt x="10558" y="2911"/>
                  <a:pt x="10591" y="2946"/>
                  <a:pt x="10591" y="2986"/>
                </a:cubicBezTo>
                <a:cubicBezTo>
                  <a:pt x="10591" y="3027"/>
                  <a:pt x="10558" y="3061"/>
                  <a:pt x="10518" y="3061"/>
                </a:cubicBezTo>
                <a:cubicBezTo>
                  <a:pt x="10477" y="3061"/>
                  <a:pt x="10444" y="3027"/>
                  <a:pt x="10444" y="2986"/>
                </a:cubicBezTo>
                <a:cubicBezTo>
                  <a:pt x="10444" y="2944"/>
                  <a:pt x="10477" y="2911"/>
                  <a:pt x="10518" y="2911"/>
                </a:cubicBezTo>
                <a:close/>
                <a:moveTo>
                  <a:pt x="10518" y="2871"/>
                </a:moveTo>
                <a:cubicBezTo>
                  <a:pt x="10456" y="2871"/>
                  <a:pt x="10405" y="2923"/>
                  <a:pt x="10405" y="2986"/>
                </a:cubicBezTo>
                <a:cubicBezTo>
                  <a:pt x="10405" y="3047"/>
                  <a:pt x="10456" y="3099"/>
                  <a:pt x="10518" y="3099"/>
                </a:cubicBezTo>
                <a:cubicBezTo>
                  <a:pt x="10578" y="3099"/>
                  <a:pt x="10628" y="3047"/>
                  <a:pt x="10628" y="2986"/>
                </a:cubicBezTo>
                <a:cubicBezTo>
                  <a:pt x="10628" y="2923"/>
                  <a:pt x="10578" y="2871"/>
                  <a:pt x="10518" y="2871"/>
                </a:cubicBezTo>
                <a:close/>
                <a:moveTo>
                  <a:pt x="4426" y="3368"/>
                </a:moveTo>
                <a:cubicBezTo>
                  <a:pt x="4467" y="3368"/>
                  <a:pt x="4500" y="3401"/>
                  <a:pt x="4500" y="3442"/>
                </a:cubicBezTo>
                <a:cubicBezTo>
                  <a:pt x="4500" y="3484"/>
                  <a:pt x="4467" y="3517"/>
                  <a:pt x="4426" y="3517"/>
                </a:cubicBezTo>
                <a:cubicBezTo>
                  <a:pt x="4386" y="3517"/>
                  <a:pt x="4353" y="3484"/>
                  <a:pt x="4353" y="3442"/>
                </a:cubicBezTo>
                <a:cubicBezTo>
                  <a:pt x="4353" y="3401"/>
                  <a:pt x="4386" y="3368"/>
                  <a:pt x="4426" y="3368"/>
                </a:cubicBezTo>
                <a:close/>
                <a:moveTo>
                  <a:pt x="4736" y="3368"/>
                </a:moveTo>
                <a:cubicBezTo>
                  <a:pt x="4776" y="3368"/>
                  <a:pt x="4809" y="3401"/>
                  <a:pt x="4809" y="3442"/>
                </a:cubicBezTo>
                <a:cubicBezTo>
                  <a:pt x="4809" y="3484"/>
                  <a:pt x="4776" y="3517"/>
                  <a:pt x="4736" y="3517"/>
                </a:cubicBezTo>
                <a:cubicBezTo>
                  <a:pt x="4695" y="3517"/>
                  <a:pt x="4662" y="3484"/>
                  <a:pt x="4662" y="3442"/>
                </a:cubicBezTo>
                <a:cubicBezTo>
                  <a:pt x="4662" y="3401"/>
                  <a:pt x="4695" y="3368"/>
                  <a:pt x="4736" y="3368"/>
                </a:cubicBezTo>
                <a:close/>
                <a:moveTo>
                  <a:pt x="5045" y="3368"/>
                </a:moveTo>
                <a:cubicBezTo>
                  <a:pt x="5085" y="3368"/>
                  <a:pt x="5118" y="3401"/>
                  <a:pt x="5118" y="3442"/>
                </a:cubicBezTo>
                <a:cubicBezTo>
                  <a:pt x="5118" y="3484"/>
                  <a:pt x="5085" y="3517"/>
                  <a:pt x="5045" y="3517"/>
                </a:cubicBezTo>
                <a:cubicBezTo>
                  <a:pt x="5004" y="3517"/>
                  <a:pt x="4972" y="3484"/>
                  <a:pt x="4972" y="3442"/>
                </a:cubicBezTo>
                <a:cubicBezTo>
                  <a:pt x="4972" y="3401"/>
                  <a:pt x="5004" y="3368"/>
                  <a:pt x="5045" y="3368"/>
                </a:cubicBezTo>
                <a:close/>
                <a:moveTo>
                  <a:pt x="10518" y="3270"/>
                </a:moveTo>
                <a:cubicBezTo>
                  <a:pt x="10446" y="3270"/>
                  <a:pt x="10387" y="3329"/>
                  <a:pt x="10387" y="3403"/>
                </a:cubicBezTo>
                <a:cubicBezTo>
                  <a:pt x="10387" y="3476"/>
                  <a:pt x="10446" y="3535"/>
                  <a:pt x="10518" y="3535"/>
                </a:cubicBezTo>
                <a:cubicBezTo>
                  <a:pt x="10588" y="3535"/>
                  <a:pt x="10648" y="3476"/>
                  <a:pt x="10648" y="3403"/>
                </a:cubicBezTo>
                <a:cubicBezTo>
                  <a:pt x="10648" y="3329"/>
                  <a:pt x="10588" y="3270"/>
                  <a:pt x="10518" y="3270"/>
                </a:cubicBezTo>
                <a:close/>
                <a:moveTo>
                  <a:pt x="8121" y="3663"/>
                </a:moveTo>
                <a:cubicBezTo>
                  <a:pt x="8161" y="3663"/>
                  <a:pt x="8194" y="3696"/>
                  <a:pt x="8194" y="3738"/>
                </a:cubicBezTo>
                <a:cubicBezTo>
                  <a:pt x="8194" y="3779"/>
                  <a:pt x="8161" y="3812"/>
                  <a:pt x="8121" y="3812"/>
                </a:cubicBezTo>
                <a:cubicBezTo>
                  <a:pt x="8080" y="3811"/>
                  <a:pt x="8047" y="3778"/>
                  <a:pt x="8047" y="3738"/>
                </a:cubicBezTo>
                <a:cubicBezTo>
                  <a:pt x="8047" y="3696"/>
                  <a:pt x="8080" y="3663"/>
                  <a:pt x="8121" y="3663"/>
                </a:cubicBezTo>
                <a:close/>
                <a:moveTo>
                  <a:pt x="5694" y="3929"/>
                </a:moveTo>
                <a:cubicBezTo>
                  <a:pt x="5735" y="3929"/>
                  <a:pt x="5767" y="3962"/>
                  <a:pt x="5767" y="4003"/>
                </a:cubicBezTo>
                <a:cubicBezTo>
                  <a:pt x="5767" y="4045"/>
                  <a:pt x="5735" y="4078"/>
                  <a:pt x="5694" y="4078"/>
                </a:cubicBezTo>
                <a:cubicBezTo>
                  <a:pt x="5653" y="4078"/>
                  <a:pt x="5621" y="4045"/>
                  <a:pt x="5621" y="4003"/>
                </a:cubicBezTo>
                <a:cubicBezTo>
                  <a:pt x="5621" y="3962"/>
                  <a:pt x="5653" y="3929"/>
                  <a:pt x="5694" y="3929"/>
                </a:cubicBezTo>
                <a:close/>
                <a:moveTo>
                  <a:pt x="6059" y="4549"/>
                </a:moveTo>
                <a:cubicBezTo>
                  <a:pt x="6099" y="4549"/>
                  <a:pt x="6132" y="4583"/>
                  <a:pt x="6132" y="4624"/>
                </a:cubicBezTo>
                <a:cubicBezTo>
                  <a:pt x="6132" y="4666"/>
                  <a:pt x="6099" y="4699"/>
                  <a:pt x="6059" y="4699"/>
                </a:cubicBezTo>
                <a:cubicBezTo>
                  <a:pt x="6018" y="4699"/>
                  <a:pt x="5985" y="4666"/>
                  <a:pt x="5985" y="4624"/>
                </a:cubicBezTo>
                <a:cubicBezTo>
                  <a:pt x="5985" y="4583"/>
                  <a:pt x="6018" y="4549"/>
                  <a:pt x="6059" y="4549"/>
                </a:cubicBezTo>
                <a:close/>
                <a:moveTo>
                  <a:pt x="12122" y="4671"/>
                </a:moveTo>
                <a:cubicBezTo>
                  <a:pt x="12163" y="4671"/>
                  <a:pt x="12196" y="4704"/>
                  <a:pt x="12196" y="4745"/>
                </a:cubicBezTo>
                <a:cubicBezTo>
                  <a:pt x="12196" y="4787"/>
                  <a:pt x="12163" y="4820"/>
                  <a:pt x="12122" y="4820"/>
                </a:cubicBezTo>
                <a:cubicBezTo>
                  <a:pt x="12082" y="4817"/>
                  <a:pt x="12049" y="4783"/>
                  <a:pt x="12049" y="4745"/>
                </a:cubicBezTo>
                <a:cubicBezTo>
                  <a:pt x="12049" y="4704"/>
                  <a:pt x="12082" y="4671"/>
                  <a:pt x="12122" y="4671"/>
                </a:cubicBezTo>
                <a:close/>
                <a:moveTo>
                  <a:pt x="15841" y="4737"/>
                </a:moveTo>
                <a:cubicBezTo>
                  <a:pt x="15881" y="4737"/>
                  <a:pt x="15914" y="4770"/>
                  <a:pt x="15914" y="4812"/>
                </a:cubicBezTo>
                <a:cubicBezTo>
                  <a:pt x="15914" y="4853"/>
                  <a:pt x="15881" y="4886"/>
                  <a:pt x="15841" y="4886"/>
                </a:cubicBezTo>
                <a:cubicBezTo>
                  <a:pt x="15800" y="4886"/>
                  <a:pt x="15768" y="4853"/>
                  <a:pt x="15768" y="4812"/>
                </a:cubicBezTo>
                <a:cubicBezTo>
                  <a:pt x="15768" y="4770"/>
                  <a:pt x="15800" y="4737"/>
                  <a:pt x="15841" y="4737"/>
                </a:cubicBezTo>
                <a:close/>
                <a:moveTo>
                  <a:pt x="11920" y="4875"/>
                </a:moveTo>
                <a:cubicBezTo>
                  <a:pt x="11961" y="4875"/>
                  <a:pt x="11994" y="4908"/>
                  <a:pt x="11994" y="4949"/>
                </a:cubicBezTo>
                <a:cubicBezTo>
                  <a:pt x="11994" y="4991"/>
                  <a:pt x="11961" y="5024"/>
                  <a:pt x="11920" y="5024"/>
                </a:cubicBezTo>
                <a:cubicBezTo>
                  <a:pt x="11880" y="5024"/>
                  <a:pt x="11847" y="4991"/>
                  <a:pt x="11847" y="4949"/>
                </a:cubicBezTo>
                <a:cubicBezTo>
                  <a:pt x="11847" y="4908"/>
                  <a:pt x="11880" y="4875"/>
                  <a:pt x="11920" y="4875"/>
                </a:cubicBezTo>
                <a:close/>
                <a:moveTo>
                  <a:pt x="16825" y="4878"/>
                </a:moveTo>
                <a:cubicBezTo>
                  <a:pt x="16866" y="4878"/>
                  <a:pt x="16899" y="4911"/>
                  <a:pt x="16899" y="4953"/>
                </a:cubicBezTo>
                <a:cubicBezTo>
                  <a:pt x="16899" y="4994"/>
                  <a:pt x="16866" y="5027"/>
                  <a:pt x="16825" y="5027"/>
                </a:cubicBezTo>
                <a:cubicBezTo>
                  <a:pt x="16785" y="5027"/>
                  <a:pt x="16752" y="4994"/>
                  <a:pt x="16752" y="4953"/>
                </a:cubicBezTo>
                <a:cubicBezTo>
                  <a:pt x="16752" y="4911"/>
                  <a:pt x="16785" y="4878"/>
                  <a:pt x="16825" y="4878"/>
                </a:cubicBezTo>
                <a:close/>
                <a:moveTo>
                  <a:pt x="16827" y="4838"/>
                </a:moveTo>
                <a:cubicBezTo>
                  <a:pt x="16767" y="4838"/>
                  <a:pt x="16715" y="4890"/>
                  <a:pt x="16715" y="4953"/>
                </a:cubicBezTo>
                <a:cubicBezTo>
                  <a:pt x="16715" y="5014"/>
                  <a:pt x="16767" y="5066"/>
                  <a:pt x="16827" y="5066"/>
                </a:cubicBezTo>
                <a:cubicBezTo>
                  <a:pt x="16889" y="5066"/>
                  <a:pt x="16939" y="5014"/>
                  <a:pt x="16939" y="4953"/>
                </a:cubicBezTo>
                <a:cubicBezTo>
                  <a:pt x="16939" y="4890"/>
                  <a:pt x="16889" y="4838"/>
                  <a:pt x="16827" y="4838"/>
                </a:cubicBezTo>
                <a:close/>
                <a:moveTo>
                  <a:pt x="10814" y="5172"/>
                </a:moveTo>
                <a:cubicBezTo>
                  <a:pt x="10855" y="5172"/>
                  <a:pt x="10887" y="5205"/>
                  <a:pt x="10887" y="5247"/>
                </a:cubicBezTo>
                <a:cubicBezTo>
                  <a:pt x="10887" y="5288"/>
                  <a:pt x="10855" y="5321"/>
                  <a:pt x="10814" y="5321"/>
                </a:cubicBezTo>
                <a:cubicBezTo>
                  <a:pt x="10773" y="5321"/>
                  <a:pt x="10741" y="5288"/>
                  <a:pt x="10741" y="5247"/>
                </a:cubicBezTo>
                <a:cubicBezTo>
                  <a:pt x="10741" y="5205"/>
                  <a:pt x="10773" y="5172"/>
                  <a:pt x="10814" y="5172"/>
                </a:cubicBezTo>
                <a:close/>
                <a:moveTo>
                  <a:pt x="17134" y="5135"/>
                </a:moveTo>
                <a:cubicBezTo>
                  <a:pt x="17063" y="5135"/>
                  <a:pt x="17004" y="5193"/>
                  <a:pt x="17004" y="5266"/>
                </a:cubicBezTo>
                <a:cubicBezTo>
                  <a:pt x="17004" y="5339"/>
                  <a:pt x="17063" y="5399"/>
                  <a:pt x="17134" y="5399"/>
                </a:cubicBezTo>
                <a:cubicBezTo>
                  <a:pt x="17206" y="5399"/>
                  <a:pt x="17265" y="5339"/>
                  <a:pt x="17265" y="5266"/>
                </a:cubicBezTo>
                <a:cubicBezTo>
                  <a:pt x="17265" y="5195"/>
                  <a:pt x="17206" y="5135"/>
                  <a:pt x="17134" y="5135"/>
                </a:cubicBezTo>
                <a:close/>
                <a:moveTo>
                  <a:pt x="14379" y="5479"/>
                </a:moveTo>
                <a:cubicBezTo>
                  <a:pt x="14420" y="5479"/>
                  <a:pt x="14453" y="5512"/>
                  <a:pt x="14453" y="5553"/>
                </a:cubicBezTo>
                <a:cubicBezTo>
                  <a:pt x="14453" y="5595"/>
                  <a:pt x="14420" y="5628"/>
                  <a:pt x="14379" y="5628"/>
                </a:cubicBezTo>
                <a:cubicBezTo>
                  <a:pt x="14339" y="5628"/>
                  <a:pt x="14306" y="5595"/>
                  <a:pt x="14306" y="5553"/>
                </a:cubicBezTo>
                <a:cubicBezTo>
                  <a:pt x="14306" y="5512"/>
                  <a:pt x="14339" y="5479"/>
                  <a:pt x="14379" y="5479"/>
                </a:cubicBezTo>
                <a:close/>
                <a:moveTo>
                  <a:pt x="17442" y="5509"/>
                </a:moveTo>
                <a:cubicBezTo>
                  <a:pt x="17483" y="5509"/>
                  <a:pt x="17515" y="5544"/>
                  <a:pt x="17515" y="5583"/>
                </a:cubicBezTo>
                <a:cubicBezTo>
                  <a:pt x="17515" y="5625"/>
                  <a:pt x="17483" y="5658"/>
                  <a:pt x="17442" y="5658"/>
                </a:cubicBezTo>
                <a:cubicBezTo>
                  <a:pt x="17401" y="5658"/>
                  <a:pt x="17369" y="5625"/>
                  <a:pt x="17369" y="5583"/>
                </a:cubicBezTo>
                <a:cubicBezTo>
                  <a:pt x="17369" y="5542"/>
                  <a:pt x="17401" y="5509"/>
                  <a:pt x="17442" y="5509"/>
                </a:cubicBezTo>
                <a:close/>
                <a:moveTo>
                  <a:pt x="17444" y="5469"/>
                </a:moveTo>
                <a:cubicBezTo>
                  <a:pt x="17380" y="5469"/>
                  <a:pt x="17331" y="5520"/>
                  <a:pt x="17331" y="5583"/>
                </a:cubicBezTo>
                <a:cubicBezTo>
                  <a:pt x="17331" y="5645"/>
                  <a:pt x="17382" y="5696"/>
                  <a:pt x="17444" y="5696"/>
                </a:cubicBezTo>
                <a:cubicBezTo>
                  <a:pt x="17504" y="5696"/>
                  <a:pt x="17556" y="5645"/>
                  <a:pt x="17556" y="5583"/>
                </a:cubicBezTo>
                <a:cubicBezTo>
                  <a:pt x="17556" y="5520"/>
                  <a:pt x="17504" y="5469"/>
                  <a:pt x="17444" y="5469"/>
                </a:cubicBezTo>
                <a:close/>
                <a:moveTo>
                  <a:pt x="11540" y="5736"/>
                </a:moveTo>
                <a:cubicBezTo>
                  <a:pt x="11580" y="5736"/>
                  <a:pt x="11613" y="5769"/>
                  <a:pt x="11613" y="5811"/>
                </a:cubicBezTo>
                <a:cubicBezTo>
                  <a:pt x="11613" y="5852"/>
                  <a:pt x="11580" y="5886"/>
                  <a:pt x="11540" y="5886"/>
                </a:cubicBezTo>
                <a:cubicBezTo>
                  <a:pt x="11499" y="5886"/>
                  <a:pt x="11466" y="5851"/>
                  <a:pt x="11466" y="5811"/>
                </a:cubicBezTo>
                <a:cubicBezTo>
                  <a:pt x="11466" y="5769"/>
                  <a:pt x="11499" y="5736"/>
                  <a:pt x="11540" y="5736"/>
                </a:cubicBezTo>
                <a:close/>
                <a:moveTo>
                  <a:pt x="9121" y="5937"/>
                </a:moveTo>
                <a:cubicBezTo>
                  <a:pt x="9162" y="5937"/>
                  <a:pt x="9195" y="5970"/>
                  <a:pt x="9195" y="6012"/>
                </a:cubicBezTo>
                <a:cubicBezTo>
                  <a:pt x="9195" y="6053"/>
                  <a:pt x="9162" y="6086"/>
                  <a:pt x="9121" y="6086"/>
                </a:cubicBezTo>
                <a:cubicBezTo>
                  <a:pt x="9081" y="6086"/>
                  <a:pt x="9048" y="6053"/>
                  <a:pt x="9048" y="6012"/>
                </a:cubicBezTo>
                <a:cubicBezTo>
                  <a:pt x="9048" y="5970"/>
                  <a:pt x="9081" y="5937"/>
                  <a:pt x="9121" y="5937"/>
                </a:cubicBezTo>
                <a:close/>
                <a:moveTo>
                  <a:pt x="9387" y="1993"/>
                </a:moveTo>
                <a:cubicBezTo>
                  <a:pt x="9325" y="1993"/>
                  <a:pt x="9274" y="2045"/>
                  <a:pt x="9274" y="2108"/>
                </a:cubicBezTo>
                <a:cubicBezTo>
                  <a:pt x="9274" y="2164"/>
                  <a:pt x="9315" y="2209"/>
                  <a:pt x="9366" y="2219"/>
                </a:cubicBezTo>
                <a:lnTo>
                  <a:pt x="9366" y="4890"/>
                </a:lnTo>
                <a:lnTo>
                  <a:pt x="9104" y="5160"/>
                </a:lnTo>
                <a:lnTo>
                  <a:pt x="9104" y="5900"/>
                </a:lnTo>
                <a:cubicBezTo>
                  <a:pt x="9050" y="5910"/>
                  <a:pt x="9012" y="5955"/>
                  <a:pt x="9012" y="6012"/>
                </a:cubicBezTo>
                <a:cubicBezTo>
                  <a:pt x="9012" y="6075"/>
                  <a:pt x="9063" y="6126"/>
                  <a:pt x="9123" y="6126"/>
                </a:cubicBezTo>
                <a:cubicBezTo>
                  <a:pt x="9185" y="6126"/>
                  <a:pt x="9235" y="6075"/>
                  <a:pt x="9235" y="6012"/>
                </a:cubicBezTo>
                <a:cubicBezTo>
                  <a:pt x="9235" y="5955"/>
                  <a:pt x="9195" y="5910"/>
                  <a:pt x="9144" y="5900"/>
                </a:cubicBezTo>
                <a:lnTo>
                  <a:pt x="9144" y="5177"/>
                </a:lnTo>
                <a:lnTo>
                  <a:pt x="9406" y="4906"/>
                </a:lnTo>
                <a:lnTo>
                  <a:pt x="9406" y="2219"/>
                </a:lnTo>
                <a:cubicBezTo>
                  <a:pt x="9457" y="2209"/>
                  <a:pt x="9497" y="2164"/>
                  <a:pt x="9497" y="2108"/>
                </a:cubicBezTo>
                <a:cubicBezTo>
                  <a:pt x="9497" y="2045"/>
                  <a:pt x="9447" y="1993"/>
                  <a:pt x="9387" y="1993"/>
                </a:cubicBezTo>
                <a:close/>
                <a:moveTo>
                  <a:pt x="8526" y="6031"/>
                </a:moveTo>
                <a:cubicBezTo>
                  <a:pt x="8566" y="6031"/>
                  <a:pt x="8599" y="6065"/>
                  <a:pt x="8599" y="6106"/>
                </a:cubicBezTo>
                <a:cubicBezTo>
                  <a:pt x="8599" y="6148"/>
                  <a:pt x="8566" y="6181"/>
                  <a:pt x="8526" y="6181"/>
                </a:cubicBezTo>
                <a:cubicBezTo>
                  <a:pt x="8485" y="6179"/>
                  <a:pt x="8453" y="6148"/>
                  <a:pt x="8453" y="6106"/>
                </a:cubicBezTo>
                <a:cubicBezTo>
                  <a:pt x="8453" y="6065"/>
                  <a:pt x="8485" y="6031"/>
                  <a:pt x="8526" y="6031"/>
                </a:cubicBezTo>
                <a:close/>
                <a:moveTo>
                  <a:pt x="11847" y="6048"/>
                </a:moveTo>
                <a:cubicBezTo>
                  <a:pt x="11888" y="6048"/>
                  <a:pt x="11920" y="6081"/>
                  <a:pt x="11920" y="6123"/>
                </a:cubicBezTo>
                <a:cubicBezTo>
                  <a:pt x="11920" y="6164"/>
                  <a:pt x="11888" y="6198"/>
                  <a:pt x="11847" y="6198"/>
                </a:cubicBezTo>
                <a:cubicBezTo>
                  <a:pt x="11807" y="6198"/>
                  <a:pt x="11774" y="6164"/>
                  <a:pt x="11774" y="6123"/>
                </a:cubicBezTo>
                <a:cubicBezTo>
                  <a:pt x="11774" y="6081"/>
                  <a:pt x="11807" y="6048"/>
                  <a:pt x="11847" y="6048"/>
                </a:cubicBezTo>
                <a:close/>
                <a:moveTo>
                  <a:pt x="19024" y="6141"/>
                </a:moveTo>
                <a:cubicBezTo>
                  <a:pt x="19065" y="6141"/>
                  <a:pt x="19097" y="6174"/>
                  <a:pt x="19097" y="6216"/>
                </a:cubicBezTo>
                <a:cubicBezTo>
                  <a:pt x="19097" y="6257"/>
                  <a:pt x="19065" y="6290"/>
                  <a:pt x="19024" y="6290"/>
                </a:cubicBezTo>
                <a:cubicBezTo>
                  <a:pt x="18983" y="6290"/>
                  <a:pt x="18951" y="6257"/>
                  <a:pt x="18951" y="6216"/>
                </a:cubicBezTo>
                <a:cubicBezTo>
                  <a:pt x="18951" y="6174"/>
                  <a:pt x="18983" y="6141"/>
                  <a:pt x="19024" y="6141"/>
                </a:cubicBezTo>
                <a:close/>
                <a:moveTo>
                  <a:pt x="5694" y="3890"/>
                </a:moveTo>
                <a:cubicBezTo>
                  <a:pt x="5632" y="3890"/>
                  <a:pt x="5582" y="3942"/>
                  <a:pt x="5582" y="4003"/>
                </a:cubicBezTo>
                <a:cubicBezTo>
                  <a:pt x="5582" y="4060"/>
                  <a:pt x="5623" y="4106"/>
                  <a:pt x="5673" y="4116"/>
                </a:cubicBezTo>
                <a:lnTo>
                  <a:pt x="5673" y="5107"/>
                </a:lnTo>
                <a:lnTo>
                  <a:pt x="4396" y="6422"/>
                </a:lnTo>
                <a:lnTo>
                  <a:pt x="4425" y="6448"/>
                </a:lnTo>
                <a:lnTo>
                  <a:pt x="5709" y="5129"/>
                </a:lnTo>
                <a:lnTo>
                  <a:pt x="5714" y="5122"/>
                </a:lnTo>
                <a:lnTo>
                  <a:pt x="5714" y="4115"/>
                </a:lnTo>
                <a:cubicBezTo>
                  <a:pt x="5766" y="4106"/>
                  <a:pt x="5806" y="4060"/>
                  <a:pt x="5806" y="4003"/>
                </a:cubicBezTo>
                <a:cubicBezTo>
                  <a:pt x="5806" y="3942"/>
                  <a:pt x="5754" y="3890"/>
                  <a:pt x="5694" y="3890"/>
                </a:cubicBezTo>
                <a:close/>
                <a:moveTo>
                  <a:pt x="12156" y="6359"/>
                </a:moveTo>
                <a:cubicBezTo>
                  <a:pt x="12197" y="6359"/>
                  <a:pt x="12230" y="6392"/>
                  <a:pt x="12230" y="6433"/>
                </a:cubicBezTo>
                <a:cubicBezTo>
                  <a:pt x="12230" y="6475"/>
                  <a:pt x="12197" y="6508"/>
                  <a:pt x="12156" y="6508"/>
                </a:cubicBezTo>
                <a:cubicBezTo>
                  <a:pt x="12116" y="6508"/>
                  <a:pt x="12083" y="6475"/>
                  <a:pt x="12083" y="6433"/>
                </a:cubicBezTo>
                <a:cubicBezTo>
                  <a:pt x="12083" y="6392"/>
                  <a:pt x="12116" y="6359"/>
                  <a:pt x="12156" y="6359"/>
                </a:cubicBezTo>
                <a:close/>
                <a:moveTo>
                  <a:pt x="2303" y="6695"/>
                </a:moveTo>
                <a:cubicBezTo>
                  <a:pt x="2343" y="6695"/>
                  <a:pt x="2376" y="6729"/>
                  <a:pt x="2376" y="6770"/>
                </a:cubicBezTo>
                <a:cubicBezTo>
                  <a:pt x="2376" y="6812"/>
                  <a:pt x="2343" y="6845"/>
                  <a:pt x="2303" y="6845"/>
                </a:cubicBezTo>
                <a:cubicBezTo>
                  <a:pt x="2262" y="6845"/>
                  <a:pt x="2230" y="6812"/>
                  <a:pt x="2230" y="6770"/>
                </a:cubicBezTo>
                <a:cubicBezTo>
                  <a:pt x="2230" y="6729"/>
                  <a:pt x="2262" y="6695"/>
                  <a:pt x="2303" y="6695"/>
                </a:cubicBezTo>
                <a:close/>
                <a:moveTo>
                  <a:pt x="2703" y="6695"/>
                </a:moveTo>
                <a:cubicBezTo>
                  <a:pt x="2744" y="6695"/>
                  <a:pt x="2776" y="6729"/>
                  <a:pt x="2776" y="6770"/>
                </a:cubicBezTo>
                <a:cubicBezTo>
                  <a:pt x="2776" y="6812"/>
                  <a:pt x="2744" y="6845"/>
                  <a:pt x="2703" y="6845"/>
                </a:cubicBezTo>
                <a:cubicBezTo>
                  <a:pt x="2662" y="6845"/>
                  <a:pt x="2630" y="6812"/>
                  <a:pt x="2630" y="6770"/>
                </a:cubicBezTo>
                <a:cubicBezTo>
                  <a:pt x="2630" y="6729"/>
                  <a:pt x="2662" y="6695"/>
                  <a:pt x="2703" y="6695"/>
                </a:cubicBezTo>
                <a:close/>
                <a:moveTo>
                  <a:pt x="2304" y="6656"/>
                </a:moveTo>
                <a:cubicBezTo>
                  <a:pt x="2244" y="6656"/>
                  <a:pt x="2192" y="6707"/>
                  <a:pt x="2192" y="6770"/>
                </a:cubicBezTo>
                <a:cubicBezTo>
                  <a:pt x="2192" y="6832"/>
                  <a:pt x="2244" y="6883"/>
                  <a:pt x="2304" y="6883"/>
                </a:cubicBezTo>
                <a:cubicBezTo>
                  <a:pt x="2366" y="6883"/>
                  <a:pt x="2417" y="6832"/>
                  <a:pt x="2417" y="6770"/>
                </a:cubicBezTo>
                <a:cubicBezTo>
                  <a:pt x="2417" y="6707"/>
                  <a:pt x="2366" y="6656"/>
                  <a:pt x="2304" y="6656"/>
                </a:cubicBezTo>
                <a:close/>
                <a:moveTo>
                  <a:pt x="2703" y="6656"/>
                </a:moveTo>
                <a:cubicBezTo>
                  <a:pt x="2643" y="6656"/>
                  <a:pt x="2592" y="6707"/>
                  <a:pt x="2592" y="6770"/>
                </a:cubicBezTo>
                <a:cubicBezTo>
                  <a:pt x="2592" y="6832"/>
                  <a:pt x="2643" y="6883"/>
                  <a:pt x="2703" y="6883"/>
                </a:cubicBezTo>
                <a:cubicBezTo>
                  <a:pt x="2765" y="6883"/>
                  <a:pt x="2815" y="6832"/>
                  <a:pt x="2815" y="6770"/>
                </a:cubicBezTo>
                <a:cubicBezTo>
                  <a:pt x="2815" y="6707"/>
                  <a:pt x="2765" y="6656"/>
                  <a:pt x="2703" y="6656"/>
                </a:cubicBezTo>
                <a:close/>
                <a:moveTo>
                  <a:pt x="1906" y="6637"/>
                </a:moveTo>
                <a:cubicBezTo>
                  <a:pt x="1836" y="6637"/>
                  <a:pt x="1775" y="6697"/>
                  <a:pt x="1775" y="6770"/>
                </a:cubicBezTo>
                <a:cubicBezTo>
                  <a:pt x="1775" y="6842"/>
                  <a:pt x="1836" y="6903"/>
                  <a:pt x="1906" y="6903"/>
                </a:cubicBezTo>
                <a:cubicBezTo>
                  <a:pt x="1977" y="6903"/>
                  <a:pt x="2036" y="6842"/>
                  <a:pt x="2036" y="6770"/>
                </a:cubicBezTo>
                <a:cubicBezTo>
                  <a:pt x="2036" y="6697"/>
                  <a:pt x="1977" y="6637"/>
                  <a:pt x="1906" y="6637"/>
                </a:cubicBezTo>
                <a:close/>
                <a:moveTo>
                  <a:pt x="6057" y="4506"/>
                </a:moveTo>
                <a:cubicBezTo>
                  <a:pt x="5997" y="4506"/>
                  <a:pt x="5946" y="4558"/>
                  <a:pt x="5946" y="4621"/>
                </a:cubicBezTo>
                <a:cubicBezTo>
                  <a:pt x="5946" y="4679"/>
                  <a:pt x="5987" y="4725"/>
                  <a:pt x="6037" y="4734"/>
                </a:cubicBezTo>
                <a:lnTo>
                  <a:pt x="6037" y="5223"/>
                </a:lnTo>
                <a:lnTo>
                  <a:pt x="4396" y="6911"/>
                </a:lnTo>
                <a:lnTo>
                  <a:pt x="4425" y="6938"/>
                </a:lnTo>
                <a:lnTo>
                  <a:pt x="6072" y="5245"/>
                </a:lnTo>
                <a:lnTo>
                  <a:pt x="6078" y="5238"/>
                </a:lnTo>
                <a:lnTo>
                  <a:pt x="6078" y="4732"/>
                </a:lnTo>
                <a:cubicBezTo>
                  <a:pt x="6130" y="4722"/>
                  <a:pt x="6169" y="4676"/>
                  <a:pt x="6169" y="4621"/>
                </a:cubicBezTo>
                <a:cubicBezTo>
                  <a:pt x="6169" y="4558"/>
                  <a:pt x="6119" y="4506"/>
                  <a:pt x="6057" y="4506"/>
                </a:cubicBezTo>
                <a:close/>
                <a:moveTo>
                  <a:pt x="6864" y="6817"/>
                </a:moveTo>
                <a:cubicBezTo>
                  <a:pt x="6905" y="6817"/>
                  <a:pt x="6937" y="6850"/>
                  <a:pt x="6937" y="6891"/>
                </a:cubicBezTo>
                <a:cubicBezTo>
                  <a:pt x="6937" y="6933"/>
                  <a:pt x="6905" y="6966"/>
                  <a:pt x="6864" y="6966"/>
                </a:cubicBezTo>
                <a:cubicBezTo>
                  <a:pt x="6824" y="6966"/>
                  <a:pt x="6791" y="6933"/>
                  <a:pt x="6791" y="6891"/>
                </a:cubicBezTo>
                <a:cubicBezTo>
                  <a:pt x="6791" y="6850"/>
                  <a:pt x="6824" y="6817"/>
                  <a:pt x="6864" y="6817"/>
                </a:cubicBezTo>
                <a:close/>
                <a:moveTo>
                  <a:pt x="4426" y="3326"/>
                </a:moveTo>
                <a:cubicBezTo>
                  <a:pt x="4366" y="3326"/>
                  <a:pt x="4314" y="3378"/>
                  <a:pt x="4314" y="3439"/>
                </a:cubicBezTo>
                <a:cubicBezTo>
                  <a:pt x="4314" y="3495"/>
                  <a:pt x="4355" y="3542"/>
                  <a:pt x="4407" y="3552"/>
                </a:cubicBezTo>
                <a:lnTo>
                  <a:pt x="4407" y="4576"/>
                </a:lnTo>
                <a:lnTo>
                  <a:pt x="3310" y="5703"/>
                </a:lnTo>
                <a:lnTo>
                  <a:pt x="3310" y="7190"/>
                </a:lnTo>
                <a:lnTo>
                  <a:pt x="3105" y="7403"/>
                </a:lnTo>
                <a:lnTo>
                  <a:pt x="789" y="7403"/>
                </a:lnTo>
                <a:lnTo>
                  <a:pt x="789" y="7441"/>
                </a:lnTo>
                <a:lnTo>
                  <a:pt x="3121" y="7441"/>
                </a:lnTo>
                <a:lnTo>
                  <a:pt x="3349" y="7207"/>
                </a:lnTo>
                <a:lnTo>
                  <a:pt x="3349" y="5720"/>
                </a:lnTo>
                <a:lnTo>
                  <a:pt x="3351" y="5720"/>
                </a:lnTo>
                <a:lnTo>
                  <a:pt x="4441" y="4599"/>
                </a:lnTo>
                <a:lnTo>
                  <a:pt x="4448" y="4593"/>
                </a:lnTo>
                <a:lnTo>
                  <a:pt x="4448" y="3552"/>
                </a:lnTo>
                <a:cubicBezTo>
                  <a:pt x="4500" y="3542"/>
                  <a:pt x="4539" y="3495"/>
                  <a:pt x="4539" y="3439"/>
                </a:cubicBezTo>
                <a:cubicBezTo>
                  <a:pt x="4539" y="3378"/>
                  <a:pt x="4488" y="3326"/>
                  <a:pt x="4426" y="3326"/>
                </a:cubicBezTo>
                <a:close/>
                <a:moveTo>
                  <a:pt x="4736" y="3326"/>
                </a:moveTo>
                <a:cubicBezTo>
                  <a:pt x="4675" y="3326"/>
                  <a:pt x="4623" y="3378"/>
                  <a:pt x="4623" y="3439"/>
                </a:cubicBezTo>
                <a:cubicBezTo>
                  <a:pt x="4623" y="3495"/>
                  <a:pt x="4664" y="3542"/>
                  <a:pt x="4716" y="3552"/>
                </a:cubicBezTo>
                <a:lnTo>
                  <a:pt x="4716" y="4679"/>
                </a:lnTo>
                <a:lnTo>
                  <a:pt x="3621" y="5802"/>
                </a:lnTo>
                <a:lnTo>
                  <a:pt x="3621" y="7293"/>
                </a:lnTo>
                <a:lnTo>
                  <a:pt x="3206" y="7718"/>
                </a:lnTo>
                <a:lnTo>
                  <a:pt x="789" y="7718"/>
                </a:lnTo>
                <a:lnTo>
                  <a:pt x="789" y="7758"/>
                </a:lnTo>
                <a:lnTo>
                  <a:pt x="3222" y="7758"/>
                </a:lnTo>
                <a:lnTo>
                  <a:pt x="3660" y="7306"/>
                </a:lnTo>
                <a:lnTo>
                  <a:pt x="3660" y="5819"/>
                </a:lnTo>
                <a:lnTo>
                  <a:pt x="4750" y="4699"/>
                </a:lnTo>
                <a:lnTo>
                  <a:pt x="4757" y="4692"/>
                </a:lnTo>
                <a:lnTo>
                  <a:pt x="4757" y="3552"/>
                </a:lnTo>
                <a:cubicBezTo>
                  <a:pt x="4809" y="3542"/>
                  <a:pt x="4848" y="3495"/>
                  <a:pt x="4848" y="3439"/>
                </a:cubicBezTo>
                <a:cubicBezTo>
                  <a:pt x="4848" y="3378"/>
                  <a:pt x="4798" y="3326"/>
                  <a:pt x="4736" y="3326"/>
                </a:cubicBezTo>
                <a:close/>
                <a:moveTo>
                  <a:pt x="19331" y="5597"/>
                </a:moveTo>
                <a:cubicBezTo>
                  <a:pt x="19260" y="5597"/>
                  <a:pt x="19201" y="5653"/>
                  <a:pt x="19201" y="5728"/>
                </a:cubicBezTo>
                <a:cubicBezTo>
                  <a:pt x="19201" y="5771"/>
                  <a:pt x="19221" y="5809"/>
                  <a:pt x="19253" y="5834"/>
                </a:cubicBezTo>
                <a:lnTo>
                  <a:pt x="19253" y="6773"/>
                </a:lnTo>
                <a:lnTo>
                  <a:pt x="20684" y="8184"/>
                </a:lnTo>
                <a:lnTo>
                  <a:pt x="20791" y="8070"/>
                </a:lnTo>
                <a:lnTo>
                  <a:pt x="19408" y="6707"/>
                </a:lnTo>
                <a:lnTo>
                  <a:pt x="19408" y="5836"/>
                </a:lnTo>
                <a:cubicBezTo>
                  <a:pt x="19440" y="5811"/>
                  <a:pt x="19462" y="5774"/>
                  <a:pt x="19462" y="5729"/>
                </a:cubicBezTo>
                <a:cubicBezTo>
                  <a:pt x="19462" y="5658"/>
                  <a:pt x="19401" y="5597"/>
                  <a:pt x="19331" y="5597"/>
                </a:cubicBezTo>
                <a:close/>
                <a:moveTo>
                  <a:pt x="19022" y="6101"/>
                </a:moveTo>
                <a:cubicBezTo>
                  <a:pt x="18960" y="6101"/>
                  <a:pt x="18910" y="6153"/>
                  <a:pt x="18910" y="6216"/>
                </a:cubicBezTo>
                <a:cubicBezTo>
                  <a:pt x="18910" y="6272"/>
                  <a:pt x="18951" y="6317"/>
                  <a:pt x="19001" y="6327"/>
                </a:cubicBezTo>
                <a:lnTo>
                  <a:pt x="19001" y="6846"/>
                </a:lnTo>
                <a:lnTo>
                  <a:pt x="20689" y="8564"/>
                </a:lnTo>
                <a:lnTo>
                  <a:pt x="20715" y="8534"/>
                </a:lnTo>
                <a:lnTo>
                  <a:pt x="19038" y="6830"/>
                </a:lnTo>
                <a:lnTo>
                  <a:pt x="19038" y="6327"/>
                </a:lnTo>
                <a:lnTo>
                  <a:pt x="19042" y="6327"/>
                </a:lnTo>
                <a:cubicBezTo>
                  <a:pt x="19095" y="6317"/>
                  <a:pt x="19135" y="6272"/>
                  <a:pt x="19135" y="6216"/>
                </a:cubicBezTo>
                <a:cubicBezTo>
                  <a:pt x="19135" y="6153"/>
                  <a:pt x="19082" y="6101"/>
                  <a:pt x="19022" y="6101"/>
                </a:cubicBezTo>
                <a:close/>
                <a:moveTo>
                  <a:pt x="5118" y="8609"/>
                </a:moveTo>
                <a:cubicBezTo>
                  <a:pt x="5159" y="8609"/>
                  <a:pt x="5191" y="8642"/>
                  <a:pt x="5191" y="8684"/>
                </a:cubicBezTo>
                <a:cubicBezTo>
                  <a:pt x="5191" y="8725"/>
                  <a:pt x="5159" y="8758"/>
                  <a:pt x="5118" y="8758"/>
                </a:cubicBezTo>
                <a:cubicBezTo>
                  <a:pt x="5077" y="8758"/>
                  <a:pt x="5045" y="8725"/>
                  <a:pt x="5045" y="8684"/>
                </a:cubicBezTo>
                <a:cubicBezTo>
                  <a:pt x="5045" y="8642"/>
                  <a:pt x="5077" y="8609"/>
                  <a:pt x="5118" y="8609"/>
                </a:cubicBezTo>
                <a:close/>
                <a:moveTo>
                  <a:pt x="15842" y="4697"/>
                </a:moveTo>
                <a:cubicBezTo>
                  <a:pt x="15779" y="4697"/>
                  <a:pt x="15730" y="4747"/>
                  <a:pt x="15730" y="4812"/>
                </a:cubicBezTo>
                <a:cubicBezTo>
                  <a:pt x="15730" y="4873"/>
                  <a:pt x="15782" y="4925"/>
                  <a:pt x="15842" y="4925"/>
                </a:cubicBezTo>
                <a:cubicBezTo>
                  <a:pt x="15867" y="4925"/>
                  <a:pt x="15890" y="4916"/>
                  <a:pt x="15906" y="4905"/>
                </a:cubicBezTo>
                <a:lnTo>
                  <a:pt x="17323" y="6348"/>
                </a:lnTo>
                <a:lnTo>
                  <a:pt x="17330" y="6355"/>
                </a:lnTo>
                <a:lnTo>
                  <a:pt x="18459" y="6355"/>
                </a:lnTo>
                <a:lnTo>
                  <a:pt x="18697" y="6596"/>
                </a:lnTo>
                <a:lnTo>
                  <a:pt x="18697" y="6946"/>
                </a:lnTo>
                <a:lnTo>
                  <a:pt x="20558" y="8840"/>
                </a:lnTo>
                <a:lnTo>
                  <a:pt x="20584" y="8812"/>
                </a:lnTo>
                <a:lnTo>
                  <a:pt x="18734" y="6930"/>
                </a:lnTo>
                <a:lnTo>
                  <a:pt x="18734" y="6579"/>
                </a:lnTo>
                <a:lnTo>
                  <a:pt x="18474" y="6314"/>
                </a:lnTo>
                <a:lnTo>
                  <a:pt x="17346" y="6314"/>
                </a:lnTo>
                <a:lnTo>
                  <a:pt x="15933" y="4875"/>
                </a:lnTo>
                <a:cubicBezTo>
                  <a:pt x="15946" y="4856"/>
                  <a:pt x="15955" y="4833"/>
                  <a:pt x="15955" y="4812"/>
                </a:cubicBezTo>
                <a:cubicBezTo>
                  <a:pt x="15955" y="4749"/>
                  <a:pt x="15903" y="4697"/>
                  <a:pt x="15842" y="4697"/>
                </a:cubicBezTo>
                <a:close/>
                <a:moveTo>
                  <a:pt x="4815" y="8923"/>
                </a:moveTo>
                <a:cubicBezTo>
                  <a:pt x="4856" y="8923"/>
                  <a:pt x="4889" y="8956"/>
                  <a:pt x="4889" y="8998"/>
                </a:cubicBezTo>
                <a:cubicBezTo>
                  <a:pt x="4889" y="9039"/>
                  <a:pt x="4856" y="9072"/>
                  <a:pt x="4815" y="9072"/>
                </a:cubicBezTo>
                <a:cubicBezTo>
                  <a:pt x="4775" y="9071"/>
                  <a:pt x="4742" y="9037"/>
                  <a:pt x="4742" y="8998"/>
                </a:cubicBezTo>
                <a:cubicBezTo>
                  <a:pt x="4742" y="8956"/>
                  <a:pt x="4775" y="8923"/>
                  <a:pt x="4815" y="8923"/>
                </a:cubicBezTo>
                <a:close/>
                <a:moveTo>
                  <a:pt x="5043" y="3328"/>
                </a:moveTo>
                <a:cubicBezTo>
                  <a:pt x="4981" y="3328"/>
                  <a:pt x="4931" y="3379"/>
                  <a:pt x="4931" y="3442"/>
                </a:cubicBezTo>
                <a:cubicBezTo>
                  <a:pt x="4931" y="3497"/>
                  <a:pt x="4972" y="3544"/>
                  <a:pt x="5022" y="3553"/>
                </a:cubicBezTo>
                <a:lnTo>
                  <a:pt x="5020" y="4775"/>
                </a:lnTo>
                <a:lnTo>
                  <a:pt x="3927" y="5902"/>
                </a:lnTo>
                <a:lnTo>
                  <a:pt x="3927" y="7389"/>
                </a:lnTo>
                <a:lnTo>
                  <a:pt x="3302" y="8033"/>
                </a:lnTo>
                <a:lnTo>
                  <a:pt x="1785" y="8033"/>
                </a:lnTo>
                <a:lnTo>
                  <a:pt x="797" y="9047"/>
                </a:lnTo>
                <a:lnTo>
                  <a:pt x="825" y="9074"/>
                </a:lnTo>
                <a:lnTo>
                  <a:pt x="1801" y="8070"/>
                </a:lnTo>
                <a:lnTo>
                  <a:pt x="3318" y="8070"/>
                </a:lnTo>
                <a:lnTo>
                  <a:pt x="3318" y="8073"/>
                </a:lnTo>
                <a:lnTo>
                  <a:pt x="3964" y="7406"/>
                </a:lnTo>
                <a:lnTo>
                  <a:pt x="3964" y="5919"/>
                </a:lnTo>
                <a:lnTo>
                  <a:pt x="5061" y="4792"/>
                </a:lnTo>
                <a:lnTo>
                  <a:pt x="5063" y="3553"/>
                </a:lnTo>
                <a:cubicBezTo>
                  <a:pt x="5116" y="3544"/>
                  <a:pt x="5155" y="3497"/>
                  <a:pt x="5155" y="3442"/>
                </a:cubicBezTo>
                <a:cubicBezTo>
                  <a:pt x="5155" y="3379"/>
                  <a:pt x="5103" y="3328"/>
                  <a:pt x="5043" y="3328"/>
                </a:cubicBezTo>
                <a:close/>
                <a:moveTo>
                  <a:pt x="9431" y="9024"/>
                </a:moveTo>
                <a:cubicBezTo>
                  <a:pt x="9471" y="9024"/>
                  <a:pt x="9504" y="9057"/>
                  <a:pt x="9504" y="9099"/>
                </a:cubicBezTo>
                <a:cubicBezTo>
                  <a:pt x="9504" y="9140"/>
                  <a:pt x="9471" y="9173"/>
                  <a:pt x="9431" y="9173"/>
                </a:cubicBezTo>
                <a:cubicBezTo>
                  <a:pt x="9390" y="9173"/>
                  <a:pt x="9357" y="9140"/>
                  <a:pt x="9357" y="9099"/>
                </a:cubicBezTo>
                <a:cubicBezTo>
                  <a:pt x="9357" y="9057"/>
                  <a:pt x="9390" y="9024"/>
                  <a:pt x="9431" y="9024"/>
                </a:cubicBezTo>
                <a:close/>
                <a:moveTo>
                  <a:pt x="15737" y="9095"/>
                </a:moveTo>
                <a:cubicBezTo>
                  <a:pt x="15777" y="9095"/>
                  <a:pt x="15810" y="9129"/>
                  <a:pt x="15810" y="9170"/>
                </a:cubicBezTo>
                <a:cubicBezTo>
                  <a:pt x="15810" y="9212"/>
                  <a:pt x="15777" y="9245"/>
                  <a:pt x="15737" y="9245"/>
                </a:cubicBezTo>
                <a:cubicBezTo>
                  <a:pt x="15696" y="9245"/>
                  <a:pt x="15663" y="9212"/>
                  <a:pt x="15663" y="9170"/>
                </a:cubicBezTo>
                <a:cubicBezTo>
                  <a:pt x="15663" y="9129"/>
                  <a:pt x="15696" y="9095"/>
                  <a:pt x="15737" y="9095"/>
                </a:cubicBezTo>
                <a:close/>
                <a:moveTo>
                  <a:pt x="15737" y="9056"/>
                </a:moveTo>
                <a:cubicBezTo>
                  <a:pt x="15675" y="9056"/>
                  <a:pt x="15624" y="9107"/>
                  <a:pt x="15624" y="9170"/>
                </a:cubicBezTo>
                <a:cubicBezTo>
                  <a:pt x="15624" y="9232"/>
                  <a:pt x="15675" y="9285"/>
                  <a:pt x="15737" y="9285"/>
                </a:cubicBezTo>
                <a:cubicBezTo>
                  <a:pt x="15797" y="9285"/>
                  <a:pt x="15849" y="9235"/>
                  <a:pt x="15849" y="9170"/>
                </a:cubicBezTo>
                <a:cubicBezTo>
                  <a:pt x="15849" y="9107"/>
                  <a:pt x="15797" y="9056"/>
                  <a:pt x="15737" y="9056"/>
                </a:cubicBezTo>
                <a:close/>
                <a:moveTo>
                  <a:pt x="14013" y="9187"/>
                </a:moveTo>
                <a:cubicBezTo>
                  <a:pt x="14054" y="9187"/>
                  <a:pt x="14086" y="9220"/>
                  <a:pt x="14086" y="9261"/>
                </a:cubicBezTo>
                <a:cubicBezTo>
                  <a:pt x="14086" y="9303"/>
                  <a:pt x="14054" y="9336"/>
                  <a:pt x="14013" y="9336"/>
                </a:cubicBezTo>
                <a:cubicBezTo>
                  <a:pt x="13973" y="9336"/>
                  <a:pt x="13940" y="9303"/>
                  <a:pt x="13940" y="9261"/>
                </a:cubicBezTo>
                <a:cubicBezTo>
                  <a:pt x="13940" y="9220"/>
                  <a:pt x="13973" y="9187"/>
                  <a:pt x="14013" y="9187"/>
                </a:cubicBezTo>
                <a:close/>
                <a:moveTo>
                  <a:pt x="14412" y="9187"/>
                </a:moveTo>
                <a:cubicBezTo>
                  <a:pt x="14453" y="9187"/>
                  <a:pt x="14485" y="9220"/>
                  <a:pt x="14485" y="9261"/>
                </a:cubicBezTo>
                <a:cubicBezTo>
                  <a:pt x="14484" y="9303"/>
                  <a:pt x="14451" y="9336"/>
                  <a:pt x="14412" y="9336"/>
                </a:cubicBezTo>
                <a:cubicBezTo>
                  <a:pt x="14371" y="9336"/>
                  <a:pt x="14339" y="9303"/>
                  <a:pt x="14339" y="9261"/>
                </a:cubicBezTo>
                <a:cubicBezTo>
                  <a:pt x="14339" y="9220"/>
                  <a:pt x="14371" y="9187"/>
                  <a:pt x="14412" y="9187"/>
                </a:cubicBezTo>
                <a:close/>
                <a:moveTo>
                  <a:pt x="4505" y="9243"/>
                </a:moveTo>
                <a:cubicBezTo>
                  <a:pt x="4545" y="9243"/>
                  <a:pt x="4578" y="9276"/>
                  <a:pt x="4578" y="9318"/>
                </a:cubicBezTo>
                <a:cubicBezTo>
                  <a:pt x="4578" y="9359"/>
                  <a:pt x="4545" y="9392"/>
                  <a:pt x="4505" y="9392"/>
                </a:cubicBezTo>
                <a:cubicBezTo>
                  <a:pt x="4464" y="9392"/>
                  <a:pt x="4430" y="9359"/>
                  <a:pt x="4430" y="9318"/>
                </a:cubicBezTo>
                <a:cubicBezTo>
                  <a:pt x="4430" y="9276"/>
                  <a:pt x="4464" y="9243"/>
                  <a:pt x="4505" y="9243"/>
                </a:cubicBezTo>
                <a:close/>
                <a:moveTo>
                  <a:pt x="9431" y="9402"/>
                </a:moveTo>
                <a:cubicBezTo>
                  <a:pt x="9471" y="9402"/>
                  <a:pt x="9504" y="9436"/>
                  <a:pt x="9504" y="9477"/>
                </a:cubicBezTo>
                <a:cubicBezTo>
                  <a:pt x="9504" y="9519"/>
                  <a:pt x="9471" y="9552"/>
                  <a:pt x="9431" y="9552"/>
                </a:cubicBezTo>
                <a:cubicBezTo>
                  <a:pt x="9390" y="9552"/>
                  <a:pt x="9357" y="9519"/>
                  <a:pt x="9357" y="9477"/>
                </a:cubicBezTo>
                <a:cubicBezTo>
                  <a:pt x="9357" y="9436"/>
                  <a:pt x="9390" y="9402"/>
                  <a:pt x="9431" y="9402"/>
                </a:cubicBezTo>
                <a:close/>
                <a:moveTo>
                  <a:pt x="16045" y="9412"/>
                </a:moveTo>
                <a:cubicBezTo>
                  <a:pt x="16064" y="9412"/>
                  <a:pt x="16083" y="9419"/>
                  <a:pt x="16096" y="9434"/>
                </a:cubicBezTo>
                <a:cubicBezTo>
                  <a:pt x="16111" y="9447"/>
                  <a:pt x="16117" y="9467"/>
                  <a:pt x="16117" y="9485"/>
                </a:cubicBezTo>
                <a:cubicBezTo>
                  <a:pt x="16117" y="9492"/>
                  <a:pt x="16117" y="9497"/>
                  <a:pt x="16116" y="9504"/>
                </a:cubicBezTo>
                <a:cubicBezTo>
                  <a:pt x="16109" y="9529"/>
                  <a:pt x="16088" y="9552"/>
                  <a:pt x="16062" y="9558"/>
                </a:cubicBezTo>
                <a:cubicBezTo>
                  <a:pt x="16056" y="9560"/>
                  <a:pt x="16050" y="9560"/>
                  <a:pt x="16044" y="9560"/>
                </a:cubicBezTo>
                <a:cubicBezTo>
                  <a:pt x="16025" y="9560"/>
                  <a:pt x="16007" y="9554"/>
                  <a:pt x="15994" y="9539"/>
                </a:cubicBezTo>
                <a:cubicBezTo>
                  <a:pt x="15974" y="9520"/>
                  <a:pt x="15969" y="9494"/>
                  <a:pt x="15974" y="9469"/>
                </a:cubicBezTo>
                <a:cubicBezTo>
                  <a:pt x="15981" y="9444"/>
                  <a:pt x="16000" y="9421"/>
                  <a:pt x="16028" y="9414"/>
                </a:cubicBezTo>
                <a:cubicBezTo>
                  <a:pt x="16034" y="9413"/>
                  <a:pt x="16040" y="9412"/>
                  <a:pt x="16045" y="9412"/>
                </a:cubicBezTo>
                <a:close/>
                <a:moveTo>
                  <a:pt x="16047" y="9371"/>
                </a:moveTo>
                <a:cubicBezTo>
                  <a:pt x="16037" y="9371"/>
                  <a:pt x="16027" y="9373"/>
                  <a:pt x="16016" y="9376"/>
                </a:cubicBezTo>
                <a:cubicBezTo>
                  <a:pt x="15979" y="9386"/>
                  <a:pt x="15946" y="9417"/>
                  <a:pt x="15937" y="9459"/>
                </a:cubicBezTo>
                <a:cubicBezTo>
                  <a:pt x="15933" y="9466"/>
                  <a:pt x="15932" y="9477"/>
                  <a:pt x="15932" y="9485"/>
                </a:cubicBezTo>
                <a:cubicBezTo>
                  <a:pt x="15932" y="9517"/>
                  <a:pt x="15945" y="9544"/>
                  <a:pt x="15964" y="9567"/>
                </a:cubicBezTo>
                <a:cubicBezTo>
                  <a:pt x="15986" y="9588"/>
                  <a:pt x="16013" y="9599"/>
                  <a:pt x="16041" y="9599"/>
                </a:cubicBezTo>
                <a:cubicBezTo>
                  <a:pt x="16051" y="9599"/>
                  <a:pt x="16060" y="9598"/>
                  <a:pt x="16070" y="9595"/>
                </a:cubicBezTo>
                <a:cubicBezTo>
                  <a:pt x="16109" y="9585"/>
                  <a:pt x="16142" y="9553"/>
                  <a:pt x="16152" y="9512"/>
                </a:cubicBezTo>
                <a:cubicBezTo>
                  <a:pt x="16161" y="9472"/>
                  <a:pt x="16150" y="9431"/>
                  <a:pt x="16122" y="9404"/>
                </a:cubicBezTo>
                <a:cubicBezTo>
                  <a:pt x="16102" y="9383"/>
                  <a:pt x="16075" y="9371"/>
                  <a:pt x="16047" y="9371"/>
                </a:cubicBezTo>
                <a:close/>
                <a:moveTo>
                  <a:pt x="14306" y="4101"/>
                </a:moveTo>
                <a:cubicBezTo>
                  <a:pt x="14236" y="4101"/>
                  <a:pt x="14174" y="4161"/>
                  <a:pt x="14174" y="4234"/>
                </a:cubicBezTo>
                <a:cubicBezTo>
                  <a:pt x="14174" y="4307"/>
                  <a:pt x="14233" y="4367"/>
                  <a:pt x="14305" y="4367"/>
                </a:cubicBezTo>
                <a:cubicBezTo>
                  <a:pt x="14311" y="4367"/>
                  <a:pt x="14317" y="4367"/>
                  <a:pt x="14322" y="4365"/>
                </a:cubicBezTo>
                <a:lnTo>
                  <a:pt x="16905" y="6978"/>
                </a:lnTo>
                <a:lnTo>
                  <a:pt x="17787" y="6978"/>
                </a:lnTo>
                <a:lnTo>
                  <a:pt x="20609" y="9832"/>
                </a:lnTo>
                <a:lnTo>
                  <a:pt x="20718" y="9719"/>
                </a:lnTo>
                <a:lnTo>
                  <a:pt x="17852" y="6820"/>
                </a:lnTo>
                <a:lnTo>
                  <a:pt x="16970" y="6820"/>
                </a:lnTo>
                <a:lnTo>
                  <a:pt x="14435" y="4252"/>
                </a:lnTo>
                <a:cubicBezTo>
                  <a:pt x="14435" y="4247"/>
                  <a:pt x="14436" y="4241"/>
                  <a:pt x="14436" y="4234"/>
                </a:cubicBezTo>
                <a:cubicBezTo>
                  <a:pt x="14436" y="4161"/>
                  <a:pt x="14378" y="4101"/>
                  <a:pt x="14306" y="4101"/>
                </a:cubicBezTo>
                <a:close/>
                <a:moveTo>
                  <a:pt x="10518" y="9738"/>
                </a:moveTo>
                <a:cubicBezTo>
                  <a:pt x="10558" y="9738"/>
                  <a:pt x="10591" y="9771"/>
                  <a:pt x="10591" y="9812"/>
                </a:cubicBezTo>
                <a:cubicBezTo>
                  <a:pt x="10591" y="9854"/>
                  <a:pt x="10558" y="9887"/>
                  <a:pt x="10518" y="9887"/>
                </a:cubicBezTo>
                <a:cubicBezTo>
                  <a:pt x="10477" y="9886"/>
                  <a:pt x="10444" y="9852"/>
                  <a:pt x="10444" y="9812"/>
                </a:cubicBezTo>
                <a:cubicBezTo>
                  <a:pt x="10444" y="9771"/>
                  <a:pt x="10477" y="9738"/>
                  <a:pt x="10518" y="9738"/>
                </a:cubicBezTo>
                <a:close/>
                <a:moveTo>
                  <a:pt x="16353" y="9670"/>
                </a:moveTo>
                <a:cubicBezTo>
                  <a:pt x="16282" y="9670"/>
                  <a:pt x="16223" y="9729"/>
                  <a:pt x="16223" y="9802"/>
                </a:cubicBezTo>
                <a:cubicBezTo>
                  <a:pt x="16223" y="9875"/>
                  <a:pt x="16282" y="9935"/>
                  <a:pt x="16353" y="9935"/>
                </a:cubicBezTo>
                <a:cubicBezTo>
                  <a:pt x="16425" y="9935"/>
                  <a:pt x="16484" y="9875"/>
                  <a:pt x="16484" y="9802"/>
                </a:cubicBezTo>
                <a:cubicBezTo>
                  <a:pt x="16484" y="9729"/>
                  <a:pt x="16425" y="9670"/>
                  <a:pt x="16353" y="9670"/>
                </a:cubicBezTo>
                <a:close/>
                <a:moveTo>
                  <a:pt x="6913" y="1646"/>
                </a:moveTo>
                <a:cubicBezTo>
                  <a:pt x="6841" y="1646"/>
                  <a:pt x="6783" y="1708"/>
                  <a:pt x="6783" y="1779"/>
                </a:cubicBezTo>
                <a:cubicBezTo>
                  <a:pt x="6783" y="1824"/>
                  <a:pt x="6802" y="1861"/>
                  <a:pt x="6835" y="1886"/>
                </a:cubicBezTo>
                <a:lnTo>
                  <a:pt x="6835" y="5786"/>
                </a:lnTo>
                <a:lnTo>
                  <a:pt x="4195" y="8501"/>
                </a:lnTo>
                <a:lnTo>
                  <a:pt x="1928" y="8501"/>
                </a:lnTo>
                <a:lnTo>
                  <a:pt x="488" y="9983"/>
                </a:lnTo>
                <a:lnTo>
                  <a:pt x="597" y="10095"/>
                </a:lnTo>
                <a:lnTo>
                  <a:pt x="1993" y="8662"/>
                </a:lnTo>
                <a:lnTo>
                  <a:pt x="4257" y="8662"/>
                </a:lnTo>
                <a:lnTo>
                  <a:pt x="4257" y="8659"/>
                </a:lnTo>
                <a:lnTo>
                  <a:pt x="6989" y="5852"/>
                </a:lnTo>
                <a:lnTo>
                  <a:pt x="6989" y="1886"/>
                </a:lnTo>
                <a:cubicBezTo>
                  <a:pt x="7022" y="1861"/>
                  <a:pt x="7043" y="1824"/>
                  <a:pt x="7043" y="1779"/>
                </a:cubicBezTo>
                <a:cubicBezTo>
                  <a:pt x="7043" y="1708"/>
                  <a:pt x="6983" y="1646"/>
                  <a:pt x="6913" y="1646"/>
                </a:cubicBezTo>
                <a:close/>
                <a:moveTo>
                  <a:pt x="3964" y="10073"/>
                </a:moveTo>
                <a:cubicBezTo>
                  <a:pt x="4005" y="10073"/>
                  <a:pt x="4038" y="10106"/>
                  <a:pt x="4038" y="10148"/>
                </a:cubicBezTo>
                <a:cubicBezTo>
                  <a:pt x="4038" y="10189"/>
                  <a:pt x="4005" y="10222"/>
                  <a:pt x="3964" y="10222"/>
                </a:cubicBezTo>
                <a:cubicBezTo>
                  <a:pt x="3924" y="10222"/>
                  <a:pt x="3891" y="10189"/>
                  <a:pt x="3891" y="10148"/>
                </a:cubicBezTo>
                <a:cubicBezTo>
                  <a:pt x="3894" y="10106"/>
                  <a:pt x="3927" y="10073"/>
                  <a:pt x="3964" y="10073"/>
                </a:cubicBezTo>
                <a:close/>
                <a:moveTo>
                  <a:pt x="3964" y="10563"/>
                </a:moveTo>
                <a:cubicBezTo>
                  <a:pt x="4005" y="10563"/>
                  <a:pt x="4038" y="10596"/>
                  <a:pt x="4038" y="10637"/>
                </a:cubicBezTo>
                <a:cubicBezTo>
                  <a:pt x="4038" y="10679"/>
                  <a:pt x="4005" y="10712"/>
                  <a:pt x="3964" y="10712"/>
                </a:cubicBezTo>
                <a:cubicBezTo>
                  <a:pt x="3924" y="10712"/>
                  <a:pt x="3891" y="10679"/>
                  <a:pt x="3891" y="10637"/>
                </a:cubicBezTo>
                <a:cubicBezTo>
                  <a:pt x="3894" y="10596"/>
                  <a:pt x="3927" y="10563"/>
                  <a:pt x="3964" y="10563"/>
                </a:cubicBezTo>
                <a:close/>
                <a:moveTo>
                  <a:pt x="16912" y="7693"/>
                </a:moveTo>
                <a:lnTo>
                  <a:pt x="16885" y="7721"/>
                </a:lnTo>
                <a:lnTo>
                  <a:pt x="19175" y="10051"/>
                </a:lnTo>
                <a:lnTo>
                  <a:pt x="19180" y="10058"/>
                </a:lnTo>
                <a:lnTo>
                  <a:pt x="19763" y="10058"/>
                </a:lnTo>
                <a:lnTo>
                  <a:pt x="20489" y="10798"/>
                </a:lnTo>
                <a:lnTo>
                  <a:pt x="20514" y="10770"/>
                </a:lnTo>
                <a:lnTo>
                  <a:pt x="19782" y="10023"/>
                </a:lnTo>
                <a:lnTo>
                  <a:pt x="19776" y="10017"/>
                </a:lnTo>
                <a:lnTo>
                  <a:pt x="19195" y="10017"/>
                </a:lnTo>
                <a:lnTo>
                  <a:pt x="16912" y="7693"/>
                </a:lnTo>
                <a:close/>
                <a:moveTo>
                  <a:pt x="16993" y="10802"/>
                </a:moveTo>
                <a:cubicBezTo>
                  <a:pt x="17034" y="10802"/>
                  <a:pt x="17066" y="10835"/>
                  <a:pt x="17066" y="10876"/>
                </a:cubicBezTo>
                <a:cubicBezTo>
                  <a:pt x="17066" y="10918"/>
                  <a:pt x="17034" y="10953"/>
                  <a:pt x="16993" y="10953"/>
                </a:cubicBezTo>
                <a:cubicBezTo>
                  <a:pt x="16954" y="10953"/>
                  <a:pt x="16921" y="10918"/>
                  <a:pt x="16921" y="10876"/>
                </a:cubicBezTo>
                <a:cubicBezTo>
                  <a:pt x="16921" y="10835"/>
                  <a:pt x="16952" y="10802"/>
                  <a:pt x="16993" y="10802"/>
                </a:cubicBezTo>
                <a:close/>
                <a:moveTo>
                  <a:pt x="11307" y="11032"/>
                </a:moveTo>
                <a:cubicBezTo>
                  <a:pt x="11348" y="11032"/>
                  <a:pt x="11380" y="11066"/>
                  <a:pt x="11380" y="11107"/>
                </a:cubicBezTo>
                <a:cubicBezTo>
                  <a:pt x="11380" y="11149"/>
                  <a:pt x="11348" y="11182"/>
                  <a:pt x="11307" y="11182"/>
                </a:cubicBezTo>
                <a:cubicBezTo>
                  <a:pt x="11266" y="11182"/>
                  <a:pt x="11234" y="11149"/>
                  <a:pt x="11234" y="11107"/>
                </a:cubicBezTo>
                <a:cubicBezTo>
                  <a:pt x="11234" y="11066"/>
                  <a:pt x="11266" y="11032"/>
                  <a:pt x="11307" y="11032"/>
                </a:cubicBezTo>
                <a:close/>
                <a:moveTo>
                  <a:pt x="9431" y="9363"/>
                </a:moveTo>
                <a:cubicBezTo>
                  <a:pt x="9370" y="9363"/>
                  <a:pt x="9318" y="9414"/>
                  <a:pt x="9318" y="9477"/>
                </a:cubicBezTo>
                <a:cubicBezTo>
                  <a:pt x="9318" y="9502"/>
                  <a:pt x="9326" y="9527"/>
                  <a:pt x="9341" y="9545"/>
                </a:cubicBezTo>
                <a:lnTo>
                  <a:pt x="8933" y="9995"/>
                </a:lnTo>
                <a:lnTo>
                  <a:pt x="8933" y="11862"/>
                </a:lnTo>
                <a:lnTo>
                  <a:pt x="8972" y="11862"/>
                </a:lnTo>
                <a:lnTo>
                  <a:pt x="8972" y="10010"/>
                </a:lnTo>
                <a:lnTo>
                  <a:pt x="9370" y="9572"/>
                </a:lnTo>
                <a:cubicBezTo>
                  <a:pt x="9388" y="9585"/>
                  <a:pt x="9408" y="9590"/>
                  <a:pt x="9431" y="9590"/>
                </a:cubicBezTo>
                <a:cubicBezTo>
                  <a:pt x="9432" y="9590"/>
                  <a:pt x="9433" y="9590"/>
                  <a:pt x="9434" y="9590"/>
                </a:cubicBezTo>
                <a:cubicBezTo>
                  <a:pt x="9494" y="9590"/>
                  <a:pt x="9543" y="9541"/>
                  <a:pt x="9543" y="9477"/>
                </a:cubicBezTo>
                <a:cubicBezTo>
                  <a:pt x="9543" y="9414"/>
                  <a:pt x="9492" y="9363"/>
                  <a:pt x="9431" y="9363"/>
                </a:cubicBezTo>
                <a:close/>
                <a:moveTo>
                  <a:pt x="9693" y="2639"/>
                </a:moveTo>
                <a:cubicBezTo>
                  <a:pt x="9632" y="2639"/>
                  <a:pt x="9582" y="2690"/>
                  <a:pt x="9582" y="2752"/>
                </a:cubicBezTo>
                <a:cubicBezTo>
                  <a:pt x="9582" y="2808"/>
                  <a:pt x="9623" y="2855"/>
                  <a:pt x="9673" y="2865"/>
                </a:cubicBezTo>
                <a:lnTo>
                  <a:pt x="9673" y="4989"/>
                </a:lnTo>
                <a:lnTo>
                  <a:pt x="9411" y="5260"/>
                </a:lnTo>
                <a:lnTo>
                  <a:pt x="9411" y="8679"/>
                </a:lnTo>
                <a:lnTo>
                  <a:pt x="8321" y="9793"/>
                </a:lnTo>
                <a:lnTo>
                  <a:pt x="8314" y="9799"/>
                </a:lnTo>
                <a:lnTo>
                  <a:pt x="8314" y="11866"/>
                </a:lnTo>
                <a:lnTo>
                  <a:pt x="8353" y="11866"/>
                </a:lnTo>
                <a:lnTo>
                  <a:pt x="8353" y="9816"/>
                </a:lnTo>
                <a:lnTo>
                  <a:pt x="9444" y="8700"/>
                </a:lnTo>
                <a:lnTo>
                  <a:pt x="9452" y="8692"/>
                </a:lnTo>
                <a:lnTo>
                  <a:pt x="9452" y="5276"/>
                </a:lnTo>
                <a:lnTo>
                  <a:pt x="9714" y="5006"/>
                </a:lnTo>
                <a:lnTo>
                  <a:pt x="9714" y="2865"/>
                </a:lnTo>
                <a:cubicBezTo>
                  <a:pt x="9766" y="2855"/>
                  <a:pt x="9805" y="2808"/>
                  <a:pt x="9805" y="2752"/>
                </a:cubicBezTo>
                <a:cubicBezTo>
                  <a:pt x="9805" y="2690"/>
                  <a:pt x="9754" y="2639"/>
                  <a:pt x="9693" y="2639"/>
                </a:cubicBezTo>
                <a:close/>
                <a:moveTo>
                  <a:pt x="9431" y="8986"/>
                </a:moveTo>
                <a:cubicBezTo>
                  <a:pt x="9370" y="8986"/>
                  <a:pt x="9318" y="9037"/>
                  <a:pt x="9318" y="9099"/>
                </a:cubicBezTo>
                <a:cubicBezTo>
                  <a:pt x="9318" y="9124"/>
                  <a:pt x="9326" y="9147"/>
                  <a:pt x="9339" y="9163"/>
                </a:cubicBezTo>
                <a:lnTo>
                  <a:pt x="8625" y="9899"/>
                </a:lnTo>
                <a:lnTo>
                  <a:pt x="8625" y="11866"/>
                </a:lnTo>
                <a:lnTo>
                  <a:pt x="8664" y="11866"/>
                </a:lnTo>
                <a:lnTo>
                  <a:pt x="8664" y="9915"/>
                </a:lnTo>
                <a:lnTo>
                  <a:pt x="9367" y="9195"/>
                </a:lnTo>
                <a:cubicBezTo>
                  <a:pt x="9387" y="9207"/>
                  <a:pt x="9408" y="9215"/>
                  <a:pt x="9431" y="9215"/>
                </a:cubicBezTo>
                <a:cubicBezTo>
                  <a:pt x="9492" y="9213"/>
                  <a:pt x="9543" y="9163"/>
                  <a:pt x="9543" y="9099"/>
                </a:cubicBezTo>
                <a:cubicBezTo>
                  <a:pt x="9543" y="9037"/>
                  <a:pt x="9492" y="8986"/>
                  <a:pt x="9431" y="8986"/>
                </a:cubicBezTo>
                <a:close/>
                <a:moveTo>
                  <a:pt x="3964" y="9522"/>
                </a:moveTo>
                <a:cubicBezTo>
                  <a:pt x="3922" y="9522"/>
                  <a:pt x="3886" y="9544"/>
                  <a:pt x="3860" y="9577"/>
                </a:cubicBezTo>
                <a:lnTo>
                  <a:pt x="2370" y="9577"/>
                </a:lnTo>
                <a:lnTo>
                  <a:pt x="0" y="12010"/>
                </a:lnTo>
                <a:lnTo>
                  <a:pt x="111" y="12121"/>
                </a:lnTo>
                <a:lnTo>
                  <a:pt x="2435" y="9734"/>
                </a:lnTo>
                <a:lnTo>
                  <a:pt x="3860" y="9734"/>
                </a:lnTo>
                <a:cubicBezTo>
                  <a:pt x="3886" y="9768"/>
                  <a:pt x="3922" y="9788"/>
                  <a:pt x="3964" y="9788"/>
                </a:cubicBezTo>
                <a:cubicBezTo>
                  <a:pt x="4036" y="9788"/>
                  <a:pt x="4094" y="9728"/>
                  <a:pt x="4094" y="9655"/>
                </a:cubicBezTo>
                <a:cubicBezTo>
                  <a:pt x="4094" y="9583"/>
                  <a:pt x="4036" y="9522"/>
                  <a:pt x="3964" y="9522"/>
                </a:cubicBezTo>
                <a:close/>
                <a:moveTo>
                  <a:pt x="2260" y="12078"/>
                </a:moveTo>
                <a:cubicBezTo>
                  <a:pt x="2301" y="12078"/>
                  <a:pt x="2334" y="12111"/>
                  <a:pt x="2334" y="12153"/>
                </a:cubicBezTo>
                <a:cubicBezTo>
                  <a:pt x="2334" y="12194"/>
                  <a:pt x="2301" y="12227"/>
                  <a:pt x="2260" y="12227"/>
                </a:cubicBezTo>
                <a:cubicBezTo>
                  <a:pt x="2220" y="12227"/>
                  <a:pt x="2187" y="12194"/>
                  <a:pt x="2187" y="12153"/>
                </a:cubicBezTo>
                <a:cubicBezTo>
                  <a:pt x="2187" y="12111"/>
                  <a:pt x="2220" y="12078"/>
                  <a:pt x="2260" y="12078"/>
                </a:cubicBezTo>
                <a:close/>
                <a:moveTo>
                  <a:pt x="9722" y="12118"/>
                </a:moveTo>
                <a:cubicBezTo>
                  <a:pt x="9763" y="12118"/>
                  <a:pt x="9795" y="12151"/>
                  <a:pt x="9795" y="12192"/>
                </a:cubicBezTo>
                <a:cubicBezTo>
                  <a:pt x="9795" y="12234"/>
                  <a:pt x="9763" y="12267"/>
                  <a:pt x="9722" y="12267"/>
                </a:cubicBezTo>
                <a:cubicBezTo>
                  <a:pt x="9681" y="12267"/>
                  <a:pt x="9649" y="12234"/>
                  <a:pt x="9649" y="12192"/>
                </a:cubicBezTo>
                <a:cubicBezTo>
                  <a:pt x="9649" y="12151"/>
                  <a:pt x="9681" y="12118"/>
                  <a:pt x="9722" y="12118"/>
                </a:cubicBezTo>
                <a:close/>
                <a:moveTo>
                  <a:pt x="9722" y="12076"/>
                </a:moveTo>
                <a:cubicBezTo>
                  <a:pt x="9660" y="12076"/>
                  <a:pt x="9610" y="12128"/>
                  <a:pt x="9610" y="12191"/>
                </a:cubicBezTo>
                <a:cubicBezTo>
                  <a:pt x="9610" y="12256"/>
                  <a:pt x="9658" y="12305"/>
                  <a:pt x="9722" y="12305"/>
                </a:cubicBezTo>
                <a:cubicBezTo>
                  <a:pt x="9782" y="12305"/>
                  <a:pt x="9834" y="12252"/>
                  <a:pt x="9834" y="12191"/>
                </a:cubicBezTo>
                <a:cubicBezTo>
                  <a:pt x="9834" y="12128"/>
                  <a:pt x="9782" y="12076"/>
                  <a:pt x="9722" y="12076"/>
                </a:cubicBezTo>
                <a:close/>
                <a:moveTo>
                  <a:pt x="1951" y="12397"/>
                </a:moveTo>
                <a:cubicBezTo>
                  <a:pt x="1992" y="12397"/>
                  <a:pt x="2024" y="12430"/>
                  <a:pt x="2024" y="12471"/>
                </a:cubicBezTo>
                <a:cubicBezTo>
                  <a:pt x="2024" y="12513"/>
                  <a:pt x="1992" y="12546"/>
                  <a:pt x="1951" y="12546"/>
                </a:cubicBezTo>
                <a:cubicBezTo>
                  <a:pt x="1911" y="12543"/>
                  <a:pt x="1878" y="12509"/>
                  <a:pt x="1878" y="12471"/>
                </a:cubicBezTo>
                <a:cubicBezTo>
                  <a:pt x="1878" y="12430"/>
                  <a:pt x="1911" y="12397"/>
                  <a:pt x="1951" y="12397"/>
                </a:cubicBezTo>
                <a:close/>
                <a:moveTo>
                  <a:pt x="3964" y="10031"/>
                </a:moveTo>
                <a:cubicBezTo>
                  <a:pt x="3909" y="10031"/>
                  <a:pt x="3865" y="10073"/>
                  <a:pt x="3855" y="10124"/>
                </a:cubicBezTo>
                <a:lnTo>
                  <a:pt x="2596" y="10124"/>
                </a:lnTo>
                <a:lnTo>
                  <a:pt x="244" y="12543"/>
                </a:lnTo>
                <a:lnTo>
                  <a:pt x="273" y="12571"/>
                </a:lnTo>
                <a:lnTo>
                  <a:pt x="2614" y="10164"/>
                </a:lnTo>
                <a:lnTo>
                  <a:pt x="3855" y="10164"/>
                </a:lnTo>
                <a:lnTo>
                  <a:pt x="3855" y="10166"/>
                </a:lnTo>
                <a:cubicBezTo>
                  <a:pt x="3865" y="10219"/>
                  <a:pt x="3911" y="10259"/>
                  <a:pt x="3964" y="10259"/>
                </a:cubicBezTo>
                <a:cubicBezTo>
                  <a:pt x="4026" y="10259"/>
                  <a:pt x="4077" y="10207"/>
                  <a:pt x="4077" y="10144"/>
                </a:cubicBezTo>
                <a:cubicBezTo>
                  <a:pt x="4077" y="10083"/>
                  <a:pt x="4026" y="10031"/>
                  <a:pt x="3964" y="10031"/>
                </a:cubicBezTo>
                <a:close/>
                <a:moveTo>
                  <a:pt x="9722" y="12529"/>
                </a:moveTo>
                <a:cubicBezTo>
                  <a:pt x="9763" y="12529"/>
                  <a:pt x="9795" y="12563"/>
                  <a:pt x="9795" y="12604"/>
                </a:cubicBezTo>
                <a:cubicBezTo>
                  <a:pt x="9795" y="12646"/>
                  <a:pt x="9763" y="12679"/>
                  <a:pt x="9722" y="12679"/>
                </a:cubicBezTo>
                <a:cubicBezTo>
                  <a:pt x="9681" y="12679"/>
                  <a:pt x="9649" y="12646"/>
                  <a:pt x="9649" y="12604"/>
                </a:cubicBezTo>
                <a:cubicBezTo>
                  <a:pt x="9649" y="12563"/>
                  <a:pt x="9681" y="12529"/>
                  <a:pt x="9722" y="12529"/>
                </a:cubicBezTo>
                <a:close/>
                <a:moveTo>
                  <a:pt x="9722" y="12488"/>
                </a:moveTo>
                <a:cubicBezTo>
                  <a:pt x="9660" y="12488"/>
                  <a:pt x="9610" y="12539"/>
                  <a:pt x="9610" y="12601"/>
                </a:cubicBezTo>
                <a:cubicBezTo>
                  <a:pt x="9610" y="12666"/>
                  <a:pt x="9658" y="12715"/>
                  <a:pt x="9722" y="12715"/>
                </a:cubicBezTo>
                <a:cubicBezTo>
                  <a:pt x="9782" y="12715"/>
                  <a:pt x="9834" y="12664"/>
                  <a:pt x="9834" y="12601"/>
                </a:cubicBezTo>
                <a:cubicBezTo>
                  <a:pt x="9834" y="12539"/>
                  <a:pt x="9782" y="12488"/>
                  <a:pt x="9722" y="12488"/>
                </a:cubicBezTo>
                <a:close/>
                <a:moveTo>
                  <a:pt x="1644" y="12710"/>
                </a:moveTo>
                <a:cubicBezTo>
                  <a:pt x="1684" y="12710"/>
                  <a:pt x="1717" y="12744"/>
                  <a:pt x="1717" y="12785"/>
                </a:cubicBezTo>
                <a:cubicBezTo>
                  <a:pt x="1717" y="12826"/>
                  <a:pt x="1684" y="12861"/>
                  <a:pt x="1644" y="12861"/>
                </a:cubicBezTo>
                <a:cubicBezTo>
                  <a:pt x="1603" y="12861"/>
                  <a:pt x="1570" y="12826"/>
                  <a:pt x="1570" y="12785"/>
                </a:cubicBezTo>
                <a:cubicBezTo>
                  <a:pt x="1570" y="12744"/>
                  <a:pt x="1603" y="12710"/>
                  <a:pt x="1644" y="12710"/>
                </a:cubicBezTo>
                <a:close/>
                <a:moveTo>
                  <a:pt x="3964" y="10521"/>
                </a:moveTo>
                <a:cubicBezTo>
                  <a:pt x="3909" y="10521"/>
                  <a:pt x="3865" y="10563"/>
                  <a:pt x="3855" y="10614"/>
                </a:cubicBezTo>
                <a:lnTo>
                  <a:pt x="2799" y="10614"/>
                </a:lnTo>
                <a:lnTo>
                  <a:pt x="447" y="13034"/>
                </a:lnTo>
                <a:lnTo>
                  <a:pt x="477" y="13062"/>
                </a:lnTo>
                <a:lnTo>
                  <a:pt x="2817" y="10656"/>
                </a:lnTo>
                <a:lnTo>
                  <a:pt x="3855" y="10656"/>
                </a:lnTo>
                <a:cubicBezTo>
                  <a:pt x="3865" y="10709"/>
                  <a:pt x="3911" y="10749"/>
                  <a:pt x="3964" y="10749"/>
                </a:cubicBezTo>
                <a:cubicBezTo>
                  <a:pt x="4026" y="10749"/>
                  <a:pt x="4077" y="10697"/>
                  <a:pt x="4077" y="10634"/>
                </a:cubicBezTo>
                <a:cubicBezTo>
                  <a:pt x="4077" y="10573"/>
                  <a:pt x="4026" y="10521"/>
                  <a:pt x="3964" y="10521"/>
                </a:cubicBezTo>
                <a:close/>
                <a:moveTo>
                  <a:pt x="6861" y="6778"/>
                </a:moveTo>
                <a:cubicBezTo>
                  <a:pt x="6801" y="6778"/>
                  <a:pt x="6750" y="6830"/>
                  <a:pt x="6750" y="6891"/>
                </a:cubicBezTo>
                <a:cubicBezTo>
                  <a:pt x="6750" y="6916"/>
                  <a:pt x="6758" y="6939"/>
                  <a:pt x="6770" y="6958"/>
                </a:cubicBezTo>
                <a:lnTo>
                  <a:pt x="5557" y="8203"/>
                </a:lnTo>
                <a:lnTo>
                  <a:pt x="5557" y="11519"/>
                </a:lnTo>
                <a:lnTo>
                  <a:pt x="3950" y="13170"/>
                </a:lnTo>
                <a:lnTo>
                  <a:pt x="3979" y="13197"/>
                </a:lnTo>
                <a:lnTo>
                  <a:pt x="5598" y="11534"/>
                </a:lnTo>
                <a:lnTo>
                  <a:pt x="5598" y="8219"/>
                </a:lnTo>
                <a:lnTo>
                  <a:pt x="6799" y="6986"/>
                </a:lnTo>
                <a:cubicBezTo>
                  <a:pt x="6817" y="6998"/>
                  <a:pt x="6840" y="7006"/>
                  <a:pt x="6861" y="7006"/>
                </a:cubicBezTo>
                <a:cubicBezTo>
                  <a:pt x="6924" y="7006"/>
                  <a:pt x="6973" y="6956"/>
                  <a:pt x="6973" y="6891"/>
                </a:cubicBezTo>
                <a:cubicBezTo>
                  <a:pt x="6973" y="6830"/>
                  <a:pt x="6923" y="6778"/>
                  <a:pt x="6861" y="6778"/>
                </a:cubicBezTo>
                <a:close/>
                <a:moveTo>
                  <a:pt x="7045" y="13816"/>
                </a:moveTo>
                <a:cubicBezTo>
                  <a:pt x="7086" y="13816"/>
                  <a:pt x="7118" y="13849"/>
                  <a:pt x="7118" y="13890"/>
                </a:cubicBezTo>
                <a:cubicBezTo>
                  <a:pt x="7118" y="13932"/>
                  <a:pt x="7086" y="13965"/>
                  <a:pt x="7045" y="13965"/>
                </a:cubicBezTo>
                <a:cubicBezTo>
                  <a:pt x="7004" y="13965"/>
                  <a:pt x="6972" y="13932"/>
                  <a:pt x="6972" y="13890"/>
                </a:cubicBezTo>
                <a:cubicBezTo>
                  <a:pt x="6972" y="13849"/>
                  <a:pt x="7004" y="13816"/>
                  <a:pt x="7045" y="13816"/>
                </a:cubicBezTo>
                <a:close/>
                <a:moveTo>
                  <a:pt x="14379" y="5441"/>
                </a:moveTo>
                <a:cubicBezTo>
                  <a:pt x="14319" y="5441"/>
                  <a:pt x="14269" y="5494"/>
                  <a:pt x="14269" y="5555"/>
                </a:cubicBezTo>
                <a:cubicBezTo>
                  <a:pt x="14269" y="5618"/>
                  <a:pt x="14319" y="5670"/>
                  <a:pt x="14379" y="5670"/>
                </a:cubicBezTo>
                <a:cubicBezTo>
                  <a:pt x="14404" y="5670"/>
                  <a:pt x="14427" y="5661"/>
                  <a:pt x="14443" y="5648"/>
                </a:cubicBezTo>
                <a:lnTo>
                  <a:pt x="19416" y="10710"/>
                </a:lnTo>
                <a:lnTo>
                  <a:pt x="19416" y="13816"/>
                </a:lnTo>
                <a:lnTo>
                  <a:pt x="19668" y="14075"/>
                </a:lnTo>
                <a:lnTo>
                  <a:pt x="20571" y="14075"/>
                </a:lnTo>
                <a:lnTo>
                  <a:pt x="20571" y="14035"/>
                </a:lnTo>
                <a:lnTo>
                  <a:pt x="19685" y="14035"/>
                </a:lnTo>
                <a:lnTo>
                  <a:pt x="19455" y="13799"/>
                </a:lnTo>
                <a:lnTo>
                  <a:pt x="19455" y="10695"/>
                </a:lnTo>
                <a:lnTo>
                  <a:pt x="14472" y="5620"/>
                </a:lnTo>
                <a:cubicBezTo>
                  <a:pt x="14484" y="5602"/>
                  <a:pt x="14492" y="5578"/>
                  <a:pt x="14492" y="5555"/>
                </a:cubicBezTo>
                <a:cubicBezTo>
                  <a:pt x="14492" y="5494"/>
                  <a:pt x="14441" y="5441"/>
                  <a:pt x="14379" y="5441"/>
                </a:cubicBezTo>
                <a:close/>
                <a:moveTo>
                  <a:pt x="8119" y="3625"/>
                </a:moveTo>
                <a:cubicBezTo>
                  <a:pt x="8057" y="3625"/>
                  <a:pt x="8007" y="3676"/>
                  <a:pt x="8007" y="3738"/>
                </a:cubicBezTo>
                <a:cubicBezTo>
                  <a:pt x="8007" y="3794"/>
                  <a:pt x="8047" y="3841"/>
                  <a:pt x="8098" y="3851"/>
                </a:cubicBezTo>
                <a:lnTo>
                  <a:pt x="8098" y="5646"/>
                </a:lnTo>
                <a:lnTo>
                  <a:pt x="7876" y="5875"/>
                </a:lnTo>
                <a:lnTo>
                  <a:pt x="7876" y="7686"/>
                </a:lnTo>
                <a:lnTo>
                  <a:pt x="6602" y="8991"/>
                </a:lnTo>
                <a:lnTo>
                  <a:pt x="6602" y="11338"/>
                </a:lnTo>
                <a:lnTo>
                  <a:pt x="3953" y="14056"/>
                </a:lnTo>
                <a:lnTo>
                  <a:pt x="3979" y="14083"/>
                </a:lnTo>
                <a:lnTo>
                  <a:pt x="6638" y="11359"/>
                </a:lnTo>
                <a:lnTo>
                  <a:pt x="6643" y="11353"/>
                </a:lnTo>
                <a:lnTo>
                  <a:pt x="6643" y="9006"/>
                </a:lnTo>
                <a:lnTo>
                  <a:pt x="7917" y="7701"/>
                </a:lnTo>
                <a:lnTo>
                  <a:pt x="7917" y="5890"/>
                </a:lnTo>
                <a:lnTo>
                  <a:pt x="8138" y="5661"/>
                </a:lnTo>
                <a:lnTo>
                  <a:pt x="8138" y="3851"/>
                </a:lnTo>
                <a:cubicBezTo>
                  <a:pt x="8192" y="3841"/>
                  <a:pt x="8230" y="3794"/>
                  <a:pt x="8230" y="3738"/>
                </a:cubicBezTo>
                <a:cubicBezTo>
                  <a:pt x="8230" y="3676"/>
                  <a:pt x="8179" y="3625"/>
                  <a:pt x="8119" y="3625"/>
                </a:cubicBezTo>
                <a:close/>
                <a:moveTo>
                  <a:pt x="1642" y="12672"/>
                </a:moveTo>
                <a:cubicBezTo>
                  <a:pt x="1580" y="12672"/>
                  <a:pt x="1530" y="12724"/>
                  <a:pt x="1530" y="12787"/>
                </a:cubicBezTo>
                <a:cubicBezTo>
                  <a:pt x="1530" y="12842"/>
                  <a:pt x="1570" y="12888"/>
                  <a:pt x="1621" y="12898"/>
                </a:cubicBezTo>
                <a:lnTo>
                  <a:pt x="1621" y="14284"/>
                </a:lnTo>
                <a:lnTo>
                  <a:pt x="1569" y="14339"/>
                </a:lnTo>
                <a:lnTo>
                  <a:pt x="788" y="14339"/>
                </a:lnTo>
                <a:lnTo>
                  <a:pt x="788" y="14377"/>
                </a:lnTo>
                <a:lnTo>
                  <a:pt x="1587" y="14377"/>
                </a:lnTo>
                <a:lnTo>
                  <a:pt x="1661" y="14299"/>
                </a:lnTo>
                <a:lnTo>
                  <a:pt x="1661" y="12898"/>
                </a:lnTo>
                <a:cubicBezTo>
                  <a:pt x="1715" y="12888"/>
                  <a:pt x="1754" y="12842"/>
                  <a:pt x="1754" y="12787"/>
                </a:cubicBezTo>
                <a:cubicBezTo>
                  <a:pt x="1754" y="12724"/>
                  <a:pt x="1702" y="12672"/>
                  <a:pt x="1642" y="12672"/>
                </a:cubicBezTo>
                <a:close/>
                <a:moveTo>
                  <a:pt x="12122" y="4631"/>
                </a:moveTo>
                <a:cubicBezTo>
                  <a:pt x="12060" y="4631"/>
                  <a:pt x="12010" y="4682"/>
                  <a:pt x="12010" y="4745"/>
                </a:cubicBezTo>
                <a:cubicBezTo>
                  <a:pt x="12010" y="4807"/>
                  <a:pt x="12060" y="4858"/>
                  <a:pt x="12122" y="4858"/>
                </a:cubicBezTo>
                <a:cubicBezTo>
                  <a:pt x="12147" y="4858"/>
                  <a:pt x="12168" y="4850"/>
                  <a:pt x="12184" y="4838"/>
                </a:cubicBezTo>
                <a:lnTo>
                  <a:pt x="14365" y="7057"/>
                </a:lnTo>
                <a:lnTo>
                  <a:pt x="14371" y="7064"/>
                </a:lnTo>
                <a:lnTo>
                  <a:pt x="15427" y="7064"/>
                </a:lnTo>
                <a:lnTo>
                  <a:pt x="19107" y="10812"/>
                </a:lnTo>
                <a:lnTo>
                  <a:pt x="19107" y="13915"/>
                </a:lnTo>
                <a:lnTo>
                  <a:pt x="19571" y="14385"/>
                </a:lnTo>
                <a:lnTo>
                  <a:pt x="20599" y="14385"/>
                </a:lnTo>
                <a:lnTo>
                  <a:pt x="20599" y="14347"/>
                </a:lnTo>
                <a:lnTo>
                  <a:pt x="19585" y="14347"/>
                </a:lnTo>
                <a:lnTo>
                  <a:pt x="19146" y="13899"/>
                </a:lnTo>
                <a:lnTo>
                  <a:pt x="19146" y="10792"/>
                </a:lnTo>
                <a:lnTo>
                  <a:pt x="15450" y="7029"/>
                </a:lnTo>
                <a:lnTo>
                  <a:pt x="15444" y="7022"/>
                </a:lnTo>
                <a:lnTo>
                  <a:pt x="14387" y="7022"/>
                </a:lnTo>
                <a:lnTo>
                  <a:pt x="12213" y="4808"/>
                </a:lnTo>
                <a:cubicBezTo>
                  <a:pt x="12225" y="4790"/>
                  <a:pt x="12233" y="4767"/>
                  <a:pt x="12233" y="4745"/>
                </a:cubicBezTo>
                <a:cubicBezTo>
                  <a:pt x="12233" y="4682"/>
                  <a:pt x="12182" y="4631"/>
                  <a:pt x="12122" y="4631"/>
                </a:cubicBezTo>
                <a:close/>
                <a:moveTo>
                  <a:pt x="8524" y="5992"/>
                </a:moveTo>
                <a:cubicBezTo>
                  <a:pt x="8462" y="5992"/>
                  <a:pt x="8412" y="6043"/>
                  <a:pt x="8412" y="6106"/>
                </a:cubicBezTo>
                <a:cubicBezTo>
                  <a:pt x="8412" y="6161"/>
                  <a:pt x="8453" y="6207"/>
                  <a:pt x="8503" y="6217"/>
                </a:cubicBezTo>
                <a:lnTo>
                  <a:pt x="8503" y="7007"/>
                </a:lnTo>
                <a:lnTo>
                  <a:pt x="8187" y="7331"/>
                </a:lnTo>
                <a:lnTo>
                  <a:pt x="8187" y="7786"/>
                </a:lnTo>
                <a:lnTo>
                  <a:pt x="6916" y="9089"/>
                </a:lnTo>
                <a:lnTo>
                  <a:pt x="6916" y="11437"/>
                </a:lnTo>
                <a:lnTo>
                  <a:pt x="3953" y="14475"/>
                </a:lnTo>
                <a:lnTo>
                  <a:pt x="3979" y="14501"/>
                </a:lnTo>
                <a:lnTo>
                  <a:pt x="6949" y="11461"/>
                </a:lnTo>
                <a:lnTo>
                  <a:pt x="6955" y="11454"/>
                </a:lnTo>
                <a:lnTo>
                  <a:pt x="6955" y="9105"/>
                </a:lnTo>
                <a:lnTo>
                  <a:pt x="8228" y="7801"/>
                </a:lnTo>
                <a:lnTo>
                  <a:pt x="8228" y="7346"/>
                </a:lnTo>
                <a:lnTo>
                  <a:pt x="8544" y="7022"/>
                </a:lnTo>
                <a:lnTo>
                  <a:pt x="8544" y="6217"/>
                </a:lnTo>
                <a:cubicBezTo>
                  <a:pt x="8597" y="6207"/>
                  <a:pt x="8635" y="6161"/>
                  <a:pt x="8635" y="6106"/>
                </a:cubicBezTo>
                <a:cubicBezTo>
                  <a:pt x="8635" y="6043"/>
                  <a:pt x="8584" y="5992"/>
                  <a:pt x="8524" y="5992"/>
                </a:cubicBezTo>
                <a:close/>
                <a:moveTo>
                  <a:pt x="1951" y="12355"/>
                </a:moveTo>
                <a:cubicBezTo>
                  <a:pt x="1889" y="12355"/>
                  <a:pt x="1839" y="12407"/>
                  <a:pt x="1839" y="12468"/>
                </a:cubicBezTo>
                <a:cubicBezTo>
                  <a:pt x="1839" y="12524"/>
                  <a:pt x="1880" y="12571"/>
                  <a:pt x="1930" y="12581"/>
                </a:cubicBezTo>
                <a:lnTo>
                  <a:pt x="1930" y="14382"/>
                </a:lnTo>
                <a:lnTo>
                  <a:pt x="1668" y="14651"/>
                </a:lnTo>
                <a:lnTo>
                  <a:pt x="773" y="14651"/>
                </a:lnTo>
                <a:lnTo>
                  <a:pt x="773" y="14690"/>
                </a:lnTo>
                <a:lnTo>
                  <a:pt x="1684" y="14690"/>
                </a:lnTo>
                <a:lnTo>
                  <a:pt x="1969" y="14398"/>
                </a:lnTo>
                <a:lnTo>
                  <a:pt x="1969" y="12581"/>
                </a:lnTo>
                <a:lnTo>
                  <a:pt x="1971" y="12581"/>
                </a:lnTo>
                <a:cubicBezTo>
                  <a:pt x="2024" y="12571"/>
                  <a:pt x="2063" y="12524"/>
                  <a:pt x="2063" y="12468"/>
                </a:cubicBezTo>
                <a:cubicBezTo>
                  <a:pt x="2063" y="12407"/>
                  <a:pt x="2011" y="12355"/>
                  <a:pt x="1951" y="12355"/>
                </a:cubicBezTo>
                <a:close/>
                <a:moveTo>
                  <a:pt x="9014" y="14593"/>
                </a:moveTo>
                <a:cubicBezTo>
                  <a:pt x="9055" y="14593"/>
                  <a:pt x="9087" y="14626"/>
                  <a:pt x="9087" y="14667"/>
                </a:cubicBezTo>
                <a:cubicBezTo>
                  <a:pt x="9087" y="14709"/>
                  <a:pt x="9055" y="14742"/>
                  <a:pt x="9014" y="14742"/>
                </a:cubicBezTo>
                <a:cubicBezTo>
                  <a:pt x="8973" y="14742"/>
                  <a:pt x="8941" y="14709"/>
                  <a:pt x="8941" y="14667"/>
                </a:cubicBezTo>
                <a:cubicBezTo>
                  <a:pt x="8941" y="14626"/>
                  <a:pt x="8973" y="14593"/>
                  <a:pt x="9014" y="14593"/>
                </a:cubicBezTo>
                <a:close/>
                <a:moveTo>
                  <a:pt x="6957" y="14626"/>
                </a:moveTo>
                <a:cubicBezTo>
                  <a:pt x="6998" y="14626"/>
                  <a:pt x="7030" y="14659"/>
                  <a:pt x="7030" y="14700"/>
                </a:cubicBezTo>
                <a:cubicBezTo>
                  <a:pt x="7030" y="14742"/>
                  <a:pt x="6998" y="14775"/>
                  <a:pt x="6957" y="14775"/>
                </a:cubicBezTo>
                <a:cubicBezTo>
                  <a:pt x="6916" y="14775"/>
                  <a:pt x="6884" y="14742"/>
                  <a:pt x="6884" y="14700"/>
                </a:cubicBezTo>
                <a:cubicBezTo>
                  <a:pt x="6884" y="14659"/>
                  <a:pt x="6916" y="14626"/>
                  <a:pt x="6957" y="14626"/>
                </a:cubicBezTo>
                <a:close/>
                <a:moveTo>
                  <a:pt x="9105" y="6433"/>
                </a:moveTo>
                <a:lnTo>
                  <a:pt x="9105" y="7255"/>
                </a:lnTo>
                <a:lnTo>
                  <a:pt x="7226" y="9180"/>
                </a:lnTo>
                <a:lnTo>
                  <a:pt x="7219" y="9187"/>
                </a:lnTo>
                <a:lnTo>
                  <a:pt x="7219" y="11535"/>
                </a:lnTo>
                <a:lnTo>
                  <a:pt x="3953" y="14881"/>
                </a:lnTo>
                <a:lnTo>
                  <a:pt x="3979" y="14908"/>
                </a:lnTo>
                <a:lnTo>
                  <a:pt x="7251" y="11558"/>
                </a:lnTo>
                <a:lnTo>
                  <a:pt x="7258" y="11552"/>
                </a:lnTo>
                <a:lnTo>
                  <a:pt x="7258" y="9203"/>
                </a:lnTo>
                <a:lnTo>
                  <a:pt x="9138" y="7278"/>
                </a:lnTo>
                <a:lnTo>
                  <a:pt x="9144" y="7271"/>
                </a:lnTo>
                <a:lnTo>
                  <a:pt x="9144" y="6433"/>
                </a:lnTo>
                <a:close/>
                <a:moveTo>
                  <a:pt x="2260" y="12040"/>
                </a:moveTo>
                <a:cubicBezTo>
                  <a:pt x="2199" y="12040"/>
                  <a:pt x="2148" y="12091"/>
                  <a:pt x="2148" y="12153"/>
                </a:cubicBezTo>
                <a:cubicBezTo>
                  <a:pt x="2148" y="12206"/>
                  <a:pt x="2182" y="12249"/>
                  <a:pt x="2230" y="12264"/>
                </a:cubicBezTo>
                <a:lnTo>
                  <a:pt x="2239" y="14483"/>
                </a:lnTo>
                <a:lnTo>
                  <a:pt x="1767" y="14969"/>
                </a:lnTo>
                <a:lnTo>
                  <a:pt x="789" y="14969"/>
                </a:lnTo>
                <a:lnTo>
                  <a:pt x="789" y="15007"/>
                </a:lnTo>
                <a:lnTo>
                  <a:pt x="1784" y="15007"/>
                </a:lnTo>
                <a:lnTo>
                  <a:pt x="2278" y="14500"/>
                </a:lnTo>
                <a:lnTo>
                  <a:pt x="2268" y="12266"/>
                </a:lnTo>
                <a:cubicBezTo>
                  <a:pt x="2325" y="12261"/>
                  <a:pt x="2373" y="12211"/>
                  <a:pt x="2373" y="12153"/>
                </a:cubicBezTo>
                <a:cubicBezTo>
                  <a:pt x="2373" y="12091"/>
                  <a:pt x="2321" y="12040"/>
                  <a:pt x="2260" y="12040"/>
                </a:cubicBezTo>
                <a:close/>
                <a:moveTo>
                  <a:pt x="9322" y="14908"/>
                </a:moveTo>
                <a:cubicBezTo>
                  <a:pt x="9362" y="14908"/>
                  <a:pt x="9395" y="14941"/>
                  <a:pt x="9395" y="14983"/>
                </a:cubicBezTo>
                <a:cubicBezTo>
                  <a:pt x="9395" y="15024"/>
                  <a:pt x="9362" y="15057"/>
                  <a:pt x="9322" y="15057"/>
                </a:cubicBezTo>
                <a:cubicBezTo>
                  <a:pt x="9281" y="15057"/>
                  <a:pt x="9248" y="15024"/>
                  <a:pt x="9248" y="14983"/>
                </a:cubicBezTo>
                <a:cubicBezTo>
                  <a:pt x="9248" y="14941"/>
                  <a:pt x="9281" y="14908"/>
                  <a:pt x="9322" y="14908"/>
                </a:cubicBezTo>
                <a:close/>
                <a:moveTo>
                  <a:pt x="8301" y="14923"/>
                </a:moveTo>
                <a:cubicBezTo>
                  <a:pt x="8231" y="14923"/>
                  <a:pt x="8171" y="14983"/>
                  <a:pt x="8171" y="15056"/>
                </a:cubicBezTo>
                <a:cubicBezTo>
                  <a:pt x="8171" y="15129"/>
                  <a:pt x="8231" y="15188"/>
                  <a:pt x="8301" y="15188"/>
                </a:cubicBezTo>
                <a:cubicBezTo>
                  <a:pt x="8373" y="15188"/>
                  <a:pt x="8431" y="15129"/>
                  <a:pt x="8431" y="15056"/>
                </a:cubicBezTo>
                <a:cubicBezTo>
                  <a:pt x="8435" y="14981"/>
                  <a:pt x="8374" y="14923"/>
                  <a:pt x="8301" y="14923"/>
                </a:cubicBezTo>
                <a:close/>
                <a:moveTo>
                  <a:pt x="9631" y="15227"/>
                </a:moveTo>
                <a:cubicBezTo>
                  <a:pt x="9671" y="15227"/>
                  <a:pt x="9704" y="15260"/>
                  <a:pt x="9704" y="15301"/>
                </a:cubicBezTo>
                <a:cubicBezTo>
                  <a:pt x="9704" y="15343"/>
                  <a:pt x="9671" y="15376"/>
                  <a:pt x="9631" y="15376"/>
                </a:cubicBezTo>
                <a:cubicBezTo>
                  <a:pt x="9590" y="15376"/>
                  <a:pt x="9558" y="15343"/>
                  <a:pt x="9558" y="15301"/>
                </a:cubicBezTo>
                <a:cubicBezTo>
                  <a:pt x="9558" y="15260"/>
                  <a:pt x="9590" y="15227"/>
                  <a:pt x="9631" y="15227"/>
                </a:cubicBezTo>
                <a:close/>
                <a:moveTo>
                  <a:pt x="8301" y="15396"/>
                </a:moveTo>
                <a:cubicBezTo>
                  <a:pt x="8342" y="15396"/>
                  <a:pt x="8374" y="15429"/>
                  <a:pt x="8374" y="15471"/>
                </a:cubicBezTo>
                <a:cubicBezTo>
                  <a:pt x="8374" y="15512"/>
                  <a:pt x="8342" y="15545"/>
                  <a:pt x="8301" y="15545"/>
                </a:cubicBezTo>
                <a:cubicBezTo>
                  <a:pt x="8260" y="15545"/>
                  <a:pt x="8228" y="15512"/>
                  <a:pt x="8228" y="15471"/>
                </a:cubicBezTo>
                <a:cubicBezTo>
                  <a:pt x="8228" y="15429"/>
                  <a:pt x="8260" y="15396"/>
                  <a:pt x="8301" y="15396"/>
                </a:cubicBezTo>
                <a:close/>
                <a:moveTo>
                  <a:pt x="4501" y="9203"/>
                </a:moveTo>
                <a:cubicBezTo>
                  <a:pt x="4441" y="9203"/>
                  <a:pt x="4389" y="9255"/>
                  <a:pt x="4389" y="9318"/>
                </a:cubicBezTo>
                <a:cubicBezTo>
                  <a:pt x="4389" y="9373"/>
                  <a:pt x="4430" y="9419"/>
                  <a:pt x="4482" y="9429"/>
                </a:cubicBezTo>
                <a:lnTo>
                  <a:pt x="4482" y="11120"/>
                </a:lnTo>
                <a:lnTo>
                  <a:pt x="2858" y="12788"/>
                </a:lnTo>
                <a:lnTo>
                  <a:pt x="2858" y="14916"/>
                </a:lnTo>
                <a:lnTo>
                  <a:pt x="2270" y="15520"/>
                </a:lnTo>
                <a:lnTo>
                  <a:pt x="692" y="15520"/>
                </a:lnTo>
                <a:lnTo>
                  <a:pt x="692" y="15560"/>
                </a:lnTo>
                <a:lnTo>
                  <a:pt x="2288" y="15560"/>
                </a:lnTo>
                <a:lnTo>
                  <a:pt x="2898" y="14933"/>
                </a:lnTo>
                <a:lnTo>
                  <a:pt x="2898" y="12805"/>
                </a:lnTo>
                <a:lnTo>
                  <a:pt x="4523" y="11137"/>
                </a:lnTo>
                <a:lnTo>
                  <a:pt x="4523" y="9429"/>
                </a:lnTo>
                <a:cubicBezTo>
                  <a:pt x="4575" y="9419"/>
                  <a:pt x="4614" y="9373"/>
                  <a:pt x="4614" y="9318"/>
                </a:cubicBezTo>
                <a:cubicBezTo>
                  <a:pt x="4614" y="9255"/>
                  <a:pt x="4563" y="9203"/>
                  <a:pt x="4501" y="9203"/>
                </a:cubicBezTo>
                <a:close/>
                <a:moveTo>
                  <a:pt x="8301" y="15359"/>
                </a:moveTo>
                <a:cubicBezTo>
                  <a:pt x="8241" y="15359"/>
                  <a:pt x="8190" y="15411"/>
                  <a:pt x="8190" y="15472"/>
                </a:cubicBezTo>
                <a:cubicBezTo>
                  <a:pt x="8190" y="15535"/>
                  <a:pt x="8241" y="15587"/>
                  <a:pt x="8301" y="15587"/>
                </a:cubicBezTo>
                <a:cubicBezTo>
                  <a:pt x="8363" y="15587"/>
                  <a:pt x="8413" y="15535"/>
                  <a:pt x="8413" y="15472"/>
                </a:cubicBezTo>
                <a:cubicBezTo>
                  <a:pt x="8413" y="15409"/>
                  <a:pt x="8365" y="15359"/>
                  <a:pt x="8301" y="15359"/>
                </a:cubicBezTo>
                <a:close/>
                <a:moveTo>
                  <a:pt x="6957" y="15605"/>
                </a:moveTo>
                <a:cubicBezTo>
                  <a:pt x="6998" y="15605"/>
                  <a:pt x="7030" y="15638"/>
                  <a:pt x="7030" y="15680"/>
                </a:cubicBezTo>
                <a:cubicBezTo>
                  <a:pt x="7030" y="15721"/>
                  <a:pt x="6998" y="15754"/>
                  <a:pt x="6957" y="15754"/>
                </a:cubicBezTo>
                <a:cubicBezTo>
                  <a:pt x="6916" y="15754"/>
                  <a:pt x="6884" y="15721"/>
                  <a:pt x="6884" y="15680"/>
                </a:cubicBezTo>
                <a:cubicBezTo>
                  <a:pt x="6884" y="15638"/>
                  <a:pt x="6916" y="15605"/>
                  <a:pt x="6957" y="15605"/>
                </a:cubicBezTo>
                <a:close/>
                <a:moveTo>
                  <a:pt x="4812" y="8883"/>
                </a:moveTo>
                <a:cubicBezTo>
                  <a:pt x="4752" y="8883"/>
                  <a:pt x="4701" y="8936"/>
                  <a:pt x="4701" y="8998"/>
                </a:cubicBezTo>
                <a:cubicBezTo>
                  <a:pt x="4701" y="9054"/>
                  <a:pt x="4742" y="9099"/>
                  <a:pt x="4793" y="9110"/>
                </a:cubicBezTo>
                <a:lnTo>
                  <a:pt x="4793" y="11222"/>
                </a:lnTo>
                <a:lnTo>
                  <a:pt x="3169" y="12890"/>
                </a:lnTo>
                <a:lnTo>
                  <a:pt x="3169" y="15019"/>
                </a:lnTo>
                <a:lnTo>
                  <a:pt x="2374" y="15836"/>
                </a:lnTo>
                <a:lnTo>
                  <a:pt x="692" y="15836"/>
                </a:lnTo>
                <a:lnTo>
                  <a:pt x="692" y="15875"/>
                </a:lnTo>
                <a:lnTo>
                  <a:pt x="2392" y="15875"/>
                </a:lnTo>
                <a:lnTo>
                  <a:pt x="3212" y="15032"/>
                </a:lnTo>
                <a:lnTo>
                  <a:pt x="3212" y="12905"/>
                </a:lnTo>
                <a:lnTo>
                  <a:pt x="3209" y="12905"/>
                </a:lnTo>
                <a:lnTo>
                  <a:pt x="4833" y="11236"/>
                </a:lnTo>
                <a:lnTo>
                  <a:pt x="4833" y="9110"/>
                </a:lnTo>
                <a:cubicBezTo>
                  <a:pt x="4887" y="9099"/>
                  <a:pt x="4924" y="9054"/>
                  <a:pt x="4924" y="8998"/>
                </a:cubicBezTo>
                <a:cubicBezTo>
                  <a:pt x="4924" y="8936"/>
                  <a:pt x="4874" y="8883"/>
                  <a:pt x="4812" y="8883"/>
                </a:cubicBezTo>
                <a:close/>
                <a:moveTo>
                  <a:pt x="8301" y="15807"/>
                </a:moveTo>
                <a:cubicBezTo>
                  <a:pt x="8342" y="15807"/>
                  <a:pt x="8374" y="15841"/>
                  <a:pt x="8374" y="15882"/>
                </a:cubicBezTo>
                <a:cubicBezTo>
                  <a:pt x="8374" y="15924"/>
                  <a:pt x="8342" y="15957"/>
                  <a:pt x="8301" y="15957"/>
                </a:cubicBezTo>
                <a:cubicBezTo>
                  <a:pt x="8260" y="15957"/>
                  <a:pt x="8228" y="15924"/>
                  <a:pt x="8228" y="15882"/>
                </a:cubicBezTo>
                <a:cubicBezTo>
                  <a:pt x="8228" y="15841"/>
                  <a:pt x="8260" y="15807"/>
                  <a:pt x="8301" y="15807"/>
                </a:cubicBezTo>
                <a:close/>
                <a:moveTo>
                  <a:pt x="8301" y="15769"/>
                </a:moveTo>
                <a:cubicBezTo>
                  <a:pt x="8241" y="15769"/>
                  <a:pt x="8190" y="15821"/>
                  <a:pt x="8190" y="15884"/>
                </a:cubicBezTo>
                <a:cubicBezTo>
                  <a:pt x="8190" y="15945"/>
                  <a:pt x="8241" y="15998"/>
                  <a:pt x="8301" y="15998"/>
                </a:cubicBezTo>
                <a:cubicBezTo>
                  <a:pt x="8363" y="15998"/>
                  <a:pt x="8413" y="15945"/>
                  <a:pt x="8413" y="15884"/>
                </a:cubicBezTo>
                <a:cubicBezTo>
                  <a:pt x="8413" y="15819"/>
                  <a:pt x="8365" y="15769"/>
                  <a:pt x="8301" y="15769"/>
                </a:cubicBezTo>
                <a:close/>
                <a:moveTo>
                  <a:pt x="6957" y="16020"/>
                </a:moveTo>
                <a:cubicBezTo>
                  <a:pt x="6998" y="16020"/>
                  <a:pt x="7030" y="16053"/>
                  <a:pt x="7030" y="16095"/>
                </a:cubicBezTo>
                <a:cubicBezTo>
                  <a:pt x="7030" y="16136"/>
                  <a:pt x="6998" y="16169"/>
                  <a:pt x="6957" y="16169"/>
                </a:cubicBezTo>
                <a:cubicBezTo>
                  <a:pt x="6916" y="16169"/>
                  <a:pt x="6884" y="16136"/>
                  <a:pt x="6884" y="16095"/>
                </a:cubicBezTo>
                <a:cubicBezTo>
                  <a:pt x="6884" y="16053"/>
                  <a:pt x="6916" y="16020"/>
                  <a:pt x="6957" y="16020"/>
                </a:cubicBezTo>
                <a:close/>
                <a:moveTo>
                  <a:pt x="5116" y="8571"/>
                </a:moveTo>
                <a:cubicBezTo>
                  <a:pt x="5055" y="8571"/>
                  <a:pt x="5004" y="8622"/>
                  <a:pt x="5004" y="8684"/>
                </a:cubicBezTo>
                <a:cubicBezTo>
                  <a:pt x="5004" y="8740"/>
                  <a:pt x="5045" y="8787"/>
                  <a:pt x="5095" y="8797"/>
                </a:cubicBezTo>
                <a:lnTo>
                  <a:pt x="5095" y="11318"/>
                </a:lnTo>
                <a:lnTo>
                  <a:pt x="3473" y="12986"/>
                </a:lnTo>
                <a:lnTo>
                  <a:pt x="3473" y="15114"/>
                </a:lnTo>
                <a:lnTo>
                  <a:pt x="2465" y="16149"/>
                </a:lnTo>
                <a:lnTo>
                  <a:pt x="692" y="16149"/>
                </a:lnTo>
                <a:lnTo>
                  <a:pt x="692" y="16189"/>
                </a:lnTo>
                <a:lnTo>
                  <a:pt x="2483" y="16189"/>
                </a:lnTo>
                <a:lnTo>
                  <a:pt x="3514" y="15130"/>
                </a:lnTo>
                <a:lnTo>
                  <a:pt x="3514" y="13002"/>
                </a:lnTo>
                <a:lnTo>
                  <a:pt x="5136" y="11334"/>
                </a:lnTo>
                <a:lnTo>
                  <a:pt x="5136" y="8797"/>
                </a:lnTo>
                <a:cubicBezTo>
                  <a:pt x="5190" y="8787"/>
                  <a:pt x="5229" y="8740"/>
                  <a:pt x="5229" y="8684"/>
                </a:cubicBezTo>
                <a:cubicBezTo>
                  <a:pt x="5229" y="8622"/>
                  <a:pt x="5177" y="8571"/>
                  <a:pt x="5116" y="8571"/>
                </a:cubicBezTo>
                <a:close/>
                <a:moveTo>
                  <a:pt x="6957" y="16432"/>
                </a:moveTo>
                <a:cubicBezTo>
                  <a:pt x="6998" y="16432"/>
                  <a:pt x="7030" y="16465"/>
                  <a:pt x="7030" y="16506"/>
                </a:cubicBezTo>
                <a:cubicBezTo>
                  <a:pt x="7030" y="16548"/>
                  <a:pt x="6998" y="16581"/>
                  <a:pt x="6957" y="16581"/>
                </a:cubicBezTo>
                <a:cubicBezTo>
                  <a:pt x="6916" y="16581"/>
                  <a:pt x="6884" y="16548"/>
                  <a:pt x="6884" y="16506"/>
                </a:cubicBezTo>
                <a:cubicBezTo>
                  <a:pt x="6884" y="16465"/>
                  <a:pt x="6916" y="16432"/>
                  <a:pt x="6957" y="16432"/>
                </a:cubicBezTo>
                <a:close/>
                <a:moveTo>
                  <a:pt x="1393" y="16805"/>
                </a:moveTo>
                <a:cubicBezTo>
                  <a:pt x="1323" y="16805"/>
                  <a:pt x="1263" y="16865"/>
                  <a:pt x="1263" y="16938"/>
                </a:cubicBezTo>
                <a:cubicBezTo>
                  <a:pt x="1263" y="17011"/>
                  <a:pt x="1323" y="17071"/>
                  <a:pt x="1393" y="17071"/>
                </a:cubicBezTo>
                <a:cubicBezTo>
                  <a:pt x="1466" y="17071"/>
                  <a:pt x="1523" y="17011"/>
                  <a:pt x="1523" y="16938"/>
                </a:cubicBezTo>
                <a:cubicBezTo>
                  <a:pt x="1523" y="16865"/>
                  <a:pt x="1465" y="16805"/>
                  <a:pt x="1393" y="16805"/>
                </a:cubicBezTo>
                <a:close/>
                <a:moveTo>
                  <a:pt x="1702" y="16805"/>
                </a:moveTo>
                <a:cubicBezTo>
                  <a:pt x="1632" y="16805"/>
                  <a:pt x="1572" y="16865"/>
                  <a:pt x="1572" y="16938"/>
                </a:cubicBezTo>
                <a:cubicBezTo>
                  <a:pt x="1572" y="17011"/>
                  <a:pt x="1632" y="17071"/>
                  <a:pt x="1702" y="17071"/>
                </a:cubicBezTo>
                <a:cubicBezTo>
                  <a:pt x="1774" y="17071"/>
                  <a:pt x="1832" y="17011"/>
                  <a:pt x="1832" y="16938"/>
                </a:cubicBezTo>
                <a:cubicBezTo>
                  <a:pt x="1832" y="16865"/>
                  <a:pt x="1774" y="16805"/>
                  <a:pt x="1702" y="16805"/>
                </a:cubicBezTo>
                <a:close/>
                <a:moveTo>
                  <a:pt x="2011" y="16805"/>
                </a:moveTo>
                <a:cubicBezTo>
                  <a:pt x="1941" y="16805"/>
                  <a:pt x="1881" y="16865"/>
                  <a:pt x="1881" y="16938"/>
                </a:cubicBezTo>
                <a:cubicBezTo>
                  <a:pt x="1881" y="17011"/>
                  <a:pt x="1941" y="17071"/>
                  <a:pt x="2011" y="17071"/>
                </a:cubicBezTo>
                <a:cubicBezTo>
                  <a:pt x="2083" y="17071"/>
                  <a:pt x="2142" y="17011"/>
                  <a:pt x="2142" y="16938"/>
                </a:cubicBezTo>
                <a:cubicBezTo>
                  <a:pt x="2142" y="16865"/>
                  <a:pt x="2083" y="16805"/>
                  <a:pt x="2011" y="16805"/>
                </a:cubicBezTo>
                <a:close/>
                <a:moveTo>
                  <a:pt x="7354" y="17371"/>
                </a:moveTo>
                <a:cubicBezTo>
                  <a:pt x="7395" y="17371"/>
                  <a:pt x="7427" y="17404"/>
                  <a:pt x="7427" y="17446"/>
                </a:cubicBezTo>
                <a:cubicBezTo>
                  <a:pt x="7427" y="17487"/>
                  <a:pt x="7395" y="17520"/>
                  <a:pt x="7354" y="17520"/>
                </a:cubicBezTo>
                <a:cubicBezTo>
                  <a:pt x="7313" y="17520"/>
                  <a:pt x="7281" y="17487"/>
                  <a:pt x="7281" y="17446"/>
                </a:cubicBezTo>
                <a:cubicBezTo>
                  <a:pt x="7281" y="17404"/>
                  <a:pt x="7313" y="17371"/>
                  <a:pt x="7354" y="17371"/>
                </a:cubicBezTo>
                <a:close/>
                <a:moveTo>
                  <a:pt x="1396" y="17535"/>
                </a:moveTo>
                <a:cubicBezTo>
                  <a:pt x="1437" y="17535"/>
                  <a:pt x="1469" y="17569"/>
                  <a:pt x="1469" y="17610"/>
                </a:cubicBezTo>
                <a:cubicBezTo>
                  <a:pt x="1469" y="17651"/>
                  <a:pt x="1437" y="17685"/>
                  <a:pt x="1396" y="17685"/>
                </a:cubicBezTo>
                <a:cubicBezTo>
                  <a:pt x="1356" y="17685"/>
                  <a:pt x="1323" y="17651"/>
                  <a:pt x="1323" y="17610"/>
                </a:cubicBezTo>
                <a:cubicBezTo>
                  <a:pt x="1323" y="17569"/>
                  <a:pt x="1356" y="17535"/>
                  <a:pt x="1396" y="17535"/>
                </a:cubicBezTo>
                <a:close/>
                <a:moveTo>
                  <a:pt x="1702" y="17535"/>
                </a:moveTo>
                <a:cubicBezTo>
                  <a:pt x="1743" y="17535"/>
                  <a:pt x="1775" y="17569"/>
                  <a:pt x="1775" y="17610"/>
                </a:cubicBezTo>
                <a:cubicBezTo>
                  <a:pt x="1775" y="17651"/>
                  <a:pt x="1743" y="17685"/>
                  <a:pt x="1702" y="17685"/>
                </a:cubicBezTo>
                <a:cubicBezTo>
                  <a:pt x="1661" y="17685"/>
                  <a:pt x="1629" y="17651"/>
                  <a:pt x="1629" y="17610"/>
                </a:cubicBezTo>
                <a:cubicBezTo>
                  <a:pt x="1629" y="17569"/>
                  <a:pt x="1661" y="17535"/>
                  <a:pt x="1702" y="17535"/>
                </a:cubicBezTo>
                <a:close/>
                <a:moveTo>
                  <a:pt x="2011" y="17535"/>
                </a:moveTo>
                <a:cubicBezTo>
                  <a:pt x="2052" y="17535"/>
                  <a:pt x="2085" y="17569"/>
                  <a:pt x="2085" y="17610"/>
                </a:cubicBezTo>
                <a:cubicBezTo>
                  <a:pt x="2085" y="17651"/>
                  <a:pt x="2052" y="17685"/>
                  <a:pt x="2011" y="17685"/>
                </a:cubicBezTo>
                <a:cubicBezTo>
                  <a:pt x="1971" y="17685"/>
                  <a:pt x="1938" y="17651"/>
                  <a:pt x="1938" y="17610"/>
                </a:cubicBezTo>
                <a:cubicBezTo>
                  <a:pt x="1938" y="17569"/>
                  <a:pt x="1971" y="17535"/>
                  <a:pt x="2011" y="17535"/>
                </a:cubicBezTo>
                <a:close/>
                <a:moveTo>
                  <a:pt x="6955" y="17550"/>
                </a:moveTo>
                <a:cubicBezTo>
                  <a:pt x="6996" y="17550"/>
                  <a:pt x="7029" y="17583"/>
                  <a:pt x="7029" y="17625"/>
                </a:cubicBezTo>
                <a:cubicBezTo>
                  <a:pt x="7029" y="17666"/>
                  <a:pt x="6996" y="17700"/>
                  <a:pt x="6955" y="17700"/>
                </a:cubicBezTo>
                <a:cubicBezTo>
                  <a:pt x="6915" y="17700"/>
                  <a:pt x="6882" y="17666"/>
                  <a:pt x="6882" y="17625"/>
                </a:cubicBezTo>
                <a:cubicBezTo>
                  <a:pt x="6882" y="17583"/>
                  <a:pt x="6915" y="17550"/>
                  <a:pt x="6955" y="17550"/>
                </a:cubicBezTo>
                <a:close/>
                <a:moveTo>
                  <a:pt x="7663" y="17683"/>
                </a:moveTo>
                <a:cubicBezTo>
                  <a:pt x="7704" y="17683"/>
                  <a:pt x="7736" y="17716"/>
                  <a:pt x="7736" y="17758"/>
                </a:cubicBezTo>
                <a:cubicBezTo>
                  <a:pt x="7736" y="17799"/>
                  <a:pt x="7704" y="17832"/>
                  <a:pt x="7663" y="17832"/>
                </a:cubicBezTo>
                <a:cubicBezTo>
                  <a:pt x="7623" y="17832"/>
                  <a:pt x="7590" y="17799"/>
                  <a:pt x="7590" y="17758"/>
                </a:cubicBezTo>
                <a:cubicBezTo>
                  <a:pt x="7590" y="17716"/>
                  <a:pt x="7623" y="17683"/>
                  <a:pt x="7663" y="17683"/>
                </a:cubicBezTo>
                <a:close/>
                <a:moveTo>
                  <a:pt x="7971" y="17995"/>
                </a:moveTo>
                <a:cubicBezTo>
                  <a:pt x="8012" y="17995"/>
                  <a:pt x="8044" y="18028"/>
                  <a:pt x="8044" y="18070"/>
                </a:cubicBezTo>
                <a:cubicBezTo>
                  <a:pt x="8044" y="18111"/>
                  <a:pt x="8012" y="18144"/>
                  <a:pt x="7971" y="18144"/>
                </a:cubicBezTo>
                <a:cubicBezTo>
                  <a:pt x="7930" y="18144"/>
                  <a:pt x="7898" y="18111"/>
                  <a:pt x="7898" y="18070"/>
                </a:cubicBezTo>
                <a:cubicBezTo>
                  <a:pt x="7898" y="18028"/>
                  <a:pt x="7930" y="17995"/>
                  <a:pt x="7971" y="17995"/>
                </a:cubicBezTo>
                <a:close/>
                <a:moveTo>
                  <a:pt x="19414" y="14729"/>
                </a:moveTo>
                <a:lnTo>
                  <a:pt x="19414" y="16123"/>
                </a:lnTo>
                <a:lnTo>
                  <a:pt x="21572" y="18319"/>
                </a:lnTo>
                <a:lnTo>
                  <a:pt x="21600" y="18290"/>
                </a:lnTo>
                <a:lnTo>
                  <a:pt x="19453" y="16106"/>
                </a:lnTo>
                <a:lnTo>
                  <a:pt x="19453" y="14729"/>
                </a:lnTo>
                <a:close/>
                <a:moveTo>
                  <a:pt x="19107" y="14415"/>
                </a:moveTo>
                <a:lnTo>
                  <a:pt x="19107" y="16222"/>
                </a:lnTo>
                <a:lnTo>
                  <a:pt x="21266" y="18418"/>
                </a:lnTo>
                <a:lnTo>
                  <a:pt x="21292" y="18390"/>
                </a:lnTo>
                <a:lnTo>
                  <a:pt x="19146" y="16206"/>
                </a:lnTo>
                <a:lnTo>
                  <a:pt x="19146" y="14415"/>
                </a:lnTo>
                <a:close/>
                <a:moveTo>
                  <a:pt x="11919" y="4835"/>
                </a:moveTo>
                <a:cubicBezTo>
                  <a:pt x="11857" y="4835"/>
                  <a:pt x="11807" y="4888"/>
                  <a:pt x="11807" y="4949"/>
                </a:cubicBezTo>
                <a:cubicBezTo>
                  <a:pt x="11807" y="5012"/>
                  <a:pt x="11857" y="5064"/>
                  <a:pt x="11919" y="5064"/>
                </a:cubicBezTo>
                <a:cubicBezTo>
                  <a:pt x="11943" y="5064"/>
                  <a:pt x="11963" y="5056"/>
                  <a:pt x="11981" y="5042"/>
                </a:cubicBezTo>
                <a:lnTo>
                  <a:pt x="14265" y="7371"/>
                </a:lnTo>
                <a:lnTo>
                  <a:pt x="14272" y="7378"/>
                </a:lnTo>
                <a:lnTo>
                  <a:pt x="15328" y="7378"/>
                </a:lnTo>
                <a:lnTo>
                  <a:pt x="18796" y="10910"/>
                </a:lnTo>
                <a:lnTo>
                  <a:pt x="18796" y="16324"/>
                </a:lnTo>
                <a:lnTo>
                  <a:pt x="20954" y="18520"/>
                </a:lnTo>
                <a:lnTo>
                  <a:pt x="20980" y="18491"/>
                </a:lnTo>
                <a:lnTo>
                  <a:pt x="18835" y="16307"/>
                </a:lnTo>
                <a:lnTo>
                  <a:pt x="18835" y="10891"/>
                </a:lnTo>
                <a:lnTo>
                  <a:pt x="18838" y="10891"/>
                </a:lnTo>
                <a:lnTo>
                  <a:pt x="15353" y="7343"/>
                </a:lnTo>
                <a:lnTo>
                  <a:pt x="15346" y="7336"/>
                </a:lnTo>
                <a:lnTo>
                  <a:pt x="14290" y="7336"/>
                </a:lnTo>
                <a:lnTo>
                  <a:pt x="12010" y="5014"/>
                </a:lnTo>
                <a:cubicBezTo>
                  <a:pt x="12021" y="4996"/>
                  <a:pt x="12029" y="4973"/>
                  <a:pt x="12029" y="4949"/>
                </a:cubicBezTo>
                <a:cubicBezTo>
                  <a:pt x="12029" y="4888"/>
                  <a:pt x="11979" y="4835"/>
                  <a:pt x="11919" y="4835"/>
                </a:cubicBezTo>
                <a:close/>
                <a:moveTo>
                  <a:pt x="11071" y="4954"/>
                </a:moveTo>
                <a:lnTo>
                  <a:pt x="10879" y="5150"/>
                </a:lnTo>
                <a:cubicBezTo>
                  <a:pt x="10861" y="5139"/>
                  <a:pt x="10838" y="5130"/>
                  <a:pt x="10815" y="5130"/>
                </a:cubicBezTo>
                <a:cubicBezTo>
                  <a:pt x="10755" y="5130"/>
                  <a:pt x="10705" y="5182"/>
                  <a:pt x="10705" y="5245"/>
                </a:cubicBezTo>
                <a:cubicBezTo>
                  <a:pt x="10705" y="5306"/>
                  <a:pt x="10755" y="5358"/>
                  <a:pt x="10815" y="5358"/>
                </a:cubicBezTo>
                <a:cubicBezTo>
                  <a:pt x="10877" y="5358"/>
                  <a:pt x="10928" y="5306"/>
                  <a:pt x="10928" y="5245"/>
                </a:cubicBezTo>
                <a:cubicBezTo>
                  <a:pt x="10928" y="5220"/>
                  <a:pt x="10920" y="5197"/>
                  <a:pt x="10908" y="5180"/>
                </a:cubicBezTo>
                <a:lnTo>
                  <a:pt x="11089" y="4996"/>
                </a:lnTo>
                <a:lnTo>
                  <a:pt x="11535" y="4996"/>
                </a:lnTo>
                <a:lnTo>
                  <a:pt x="14174" y="7681"/>
                </a:lnTo>
                <a:lnTo>
                  <a:pt x="14181" y="7688"/>
                </a:lnTo>
                <a:lnTo>
                  <a:pt x="15237" y="7688"/>
                </a:lnTo>
                <a:lnTo>
                  <a:pt x="18492" y="11007"/>
                </a:lnTo>
                <a:lnTo>
                  <a:pt x="18492" y="16422"/>
                </a:lnTo>
                <a:lnTo>
                  <a:pt x="20650" y="18617"/>
                </a:lnTo>
                <a:lnTo>
                  <a:pt x="20676" y="18589"/>
                </a:lnTo>
                <a:lnTo>
                  <a:pt x="18529" y="16405"/>
                </a:lnTo>
                <a:lnTo>
                  <a:pt x="18529" y="10991"/>
                </a:lnTo>
                <a:lnTo>
                  <a:pt x="15255" y="7655"/>
                </a:lnTo>
                <a:lnTo>
                  <a:pt x="15248" y="7648"/>
                </a:lnTo>
                <a:lnTo>
                  <a:pt x="14192" y="7648"/>
                </a:lnTo>
                <a:lnTo>
                  <a:pt x="12122" y="5539"/>
                </a:lnTo>
                <a:lnTo>
                  <a:pt x="11554" y="4959"/>
                </a:lnTo>
                <a:lnTo>
                  <a:pt x="11548" y="4954"/>
                </a:lnTo>
                <a:close/>
                <a:moveTo>
                  <a:pt x="11307" y="10996"/>
                </a:moveTo>
                <a:cubicBezTo>
                  <a:pt x="11245" y="10996"/>
                  <a:pt x="11195" y="11047"/>
                  <a:pt x="11195" y="11110"/>
                </a:cubicBezTo>
                <a:cubicBezTo>
                  <a:pt x="11195" y="11165"/>
                  <a:pt x="11235" y="11212"/>
                  <a:pt x="11286" y="11222"/>
                </a:cubicBezTo>
                <a:lnTo>
                  <a:pt x="11286" y="12106"/>
                </a:lnTo>
                <a:lnTo>
                  <a:pt x="11559" y="12382"/>
                </a:lnTo>
                <a:lnTo>
                  <a:pt x="11849" y="12382"/>
                </a:lnTo>
                <a:lnTo>
                  <a:pt x="12291" y="12826"/>
                </a:lnTo>
                <a:lnTo>
                  <a:pt x="12291" y="18579"/>
                </a:lnTo>
                <a:lnTo>
                  <a:pt x="11424" y="19464"/>
                </a:lnTo>
                <a:lnTo>
                  <a:pt x="11453" y="19494"/>
                </a:lnTo>
                <a:lnTo>
                  <a:pt x="12332" y="18596"/>
                </a:lnTo>
                <a:lnTo>
                  <a:pt x="12332" y="12812"/>
                </a:lnTo>
                <a:lnTo>
                  <a:pt x="11868" y="12342"/>
                </a:lnTo>
                <a:lnTo>
                  <a:pt x="11577" y="12342"/>
                </a:lnTo>
                <a:lnTo>
                  <a:pt x="11326" y="12088"/>
                </a:lnTo>
                <a:lnTo>
                  <a:pt x="11326" y="11222"/>
                </a:lnTo>
                <a:cubicBezTo>
                  <a:pt x="11380" y="11212"/>
                  <a:pt x="11418" y="11165"/>
                  <a:pt x="11418" y="11110"/>
                </a:cubicBezTo>
                <a:cubicBezTo>
                  <a:pt x="11418" y="11047"/>
                  <a:pt x="11367" y="10996"/>
                  <a:pt x="11307" y="10996"/>
                </a:cubicBezTo>
                <a:close/>
                <a:moveTo>
                  <a:pt x="15047" y="19412"/>
                </a:moveTo>
                <a:cubicBezTo>
                  <a:pt x="15087" y="19412"/>
                  <a:pt x="15120" y="19446"/>
                  <a:pt x="15120" y="19487"/>
                </a:cubicBezTo>
                <a:cubicBezTo>
                  <a:pt x="15120" y="19529"/>
                  <a:pt x="15087" y="19562"/>
                  <a:pt x="15047" y="19562"/>
                </a:cubicBezTo>
                <a:cubicBezTo>
                  <a:pt x="15006" y="19562"/>
                  <a:pt x="14973" y="19529"/>
                  <a:pt x="14973" y="19487"/>
                </a:cubicBezTo>
                <a:cubicBezTo>
                  <a:pt x="14977" y="19446"/>
                  <a:pt x="15009" y="19412"/>
                  <a:pt x="15047" y="19412"/>
                </a:cubicBezTo>
                <a:close/>
                <a:moveTo>
                  <a:pt x="15047" y="19373"/>
                </a:moveTo>
                <a:cubicBezTo>
                  <a:pt x="14986" y="19373"/>
                  <a:pt x="14936" y="19426"/>
                  <a:pt x="14936" y="19487"/>
                </a:cubicBezTo>
                <a:cubicBezTo>
                  <a:pt x="14936" y="19550"/>
                  <a:pt x="14986" y="19602"/>
                  <a:pt x="15047" y="19602"/>
                </a:cubicBezTo>
                <a:cubicBezTo>
                  <a:pt x="15108" y="19602"/>
                  <a:pt x="15159" y="19550"/>
                  <a:pt x="15159" y="19487"/>
                </a:cubicBezTo>
                <a:cubicBezTo>
                  <a:pt x="15159" y="19426"/>
                  <a:pt x="15108" y="19373"/>
                  <a:pt x="15047" y="19373"/>
                </a:cubicBezTo>
                <a:close/>
                <a:moveTo>
                  <a:pt x="6955" y="17509"/>
                </a:moveTo>
                <a:cubicBezTo>
                  <a:pt x="6894" y="17510"/>
                  <a:pt x="6845" y="17562"/>
                  <a:pt x="6845" y="17625"/>
                </a:cubicBezTo>
                <a:cubicBezTo>
                  <a:pt x="6845" y="17680"/>
                  <a:pt x="6885" y="17726"/>
                  <a:pt x="6937" y="17736"/>
                </a:cubicBezTo>
                <a:lnTo>
                  <a:pt x="6937" y="18948"/>
                </a:lnTo>
                <a:lnTo>
                  <a:pt x="6304" y="19595"/>
                </a:lnTo>
                <a:lnTo>
                  <a:pt x="6332" y="19622"/>
                </a:lnTo>
                <a:lnTo>
                  <a:pt x="6975" y="18963"/>
                </a:lnTo>
                <a:lnTo>
                  <a:pt x="6975" y="17734"/>
                </a:lnTo>
                <a:cubicBezTo>
                  <a:pt x="7029" y="17724"/>
                  <a:pt x="7068" y="17678"/>
                  <a:pt x="7068" y="17622"/>
                </a:cubicBezTo>
                <a:cubicBezTo>
                  <a:pt x="7068" y="17560"/>
                  <a:pt x="7016" y="17509"/>
                  <a:pt x="6955" y="17509"/>
                </a:cubicBezTo>
                <a:close/>
                <a:moveTo>
                  <a:pt x="4041" y="19753"/>
                </a:moveTo>
                <a:cubicBezTo>
                  <a:pt x="4081" y="19753"/>
                  <a:pt x="4114" y="19786"/>
                  <a:pt x="4114" y="19827"/>
                </a:cubicBezTo>
                <a:cubicBezTo>
                  <a:pt x="4114" y="19869"/>
                  <a:pt x="4081" y="19902"/>
                  <a:pt x="4041" y="19902"/>
                </a:cubicBezTo>
                <a:cubicBezTo>
                  <a:pt x="4000" y="19902"/>
                  <a:pt x="3968" y="19869"/>
                  <a:pt x="3968" y="19827"/>
                </a:cubicBezTo>
                <a:cubicBezTo>
                  <a:pt x="3968" y="19786"/>
                  <a:pt x="4000" y="19753"/>
                  <a:pt x="4041" y="19753"/>
                </a:cubicBezTo>
                <a:close/>
                <a:moveTo>
                  <a:pt x="7045" y="13776"/>
                </a:moveTo>
                <a:cubicBezTo>
                  <a:pt x="6983" y="13776"/>
                  <a:pt x="6933" y="13826"/>
                  <a:pt x="6933" y="13890"/>
                </a:cubicBezTo>
                <a:cubicBezTo>
                  <a:pt x="6933" y="13915"/>
                  <a:pt x="6941" y="13937"/>
                  <a:pt x="6954" y="13954"/>
                </a:cubicBezTo>
                <a:lnTo>
                  <a:pt x="6646" y="14267"/>
                </a:lnTo>
                <a:lnTo>
                  <a:pt x="6646" y="14911"/>
                </a:lnTo>
                <a:lnTo>
                  <a:pt x="5346" y="16242"/>
                </a:lnTo>
                <a:lnTo>
                  <a:pt x="5339" y="16249"/>
                </a:lnTo>
                <a:lnTo>
                  <a:pt x="5339" y="16604"/>
                </a:lnTo>
                <a:lnTo>
                  <a:pt x="4020" y="17957"/>
                </a:lnTo>
                <a:lnTo>
                  <a:pt x="4020" y="19716"/>
                </a:lnTo>
                <a:cubicBezTo>
                  <a:pt x="3968" y="19726"/>
                  <a:pt x="3928" y="19771"/>
                  <a:pt x="3928" y="19827"/>
                </a:cubicBezTo>
                <a:cubicBezTo>
                  <a:pt x="3928" y="19890"/>
                  <a:pt x="3979" y="19942"/>
                  <a:pt x="4041" y="19942"/>
                </a:cubicBezTo>
                <a:cubicBezTo>
                  <a:pt x="4101" y="19942"/>
                  <a:pt x="4151" y="19890"/>
                  <a:pt x="4151" y="19827"/>
                </a:cubicBezTo>
                <a:cubicBezTo>
                  <a:pt x="4151" y="19771"/>
                  <a:pt x="4111" y="19726"/>
                  <a:pt x="4060" y="19716"/>
                </a:cubicBezTo>
                <a:lnTo>
                  <a:pt x="4060" y="17973"/>
                </a:lnTo>
                <a:lnTo>
                  <a:pt x="5380" y="16622"/>
                </a:lnTo>
                <a:lnTo>
                  <a:pt x="5380" y="16267"/>
                </a:lnTo>
                <a:lnTo>
                  <a:pt x="6680" y="14934"/>
                </a:lnTo>
                <a:lnTo>
                  <a:pt x="6687" y="14929"/>
                </a:lnTo>
                <a:lnTo>
                  <a:pt x="6687" y="14285"/>
                </a:lnTo>
                <a:lnTo>
                  <a:pt x="6981" y="13983"/>
                </a:lnTo>
                <a:cubicBezTo>
                  <a:pt x="6999" y="13995"/>
                  <a:pt x="7022" y="14003"/>
                  <a:pt x="7045" y="14003"/>
                </a:cubicBezTo>
                <a:cubicBezTo>
                  <a:pt x="7105" y="14003"/>
                  <a:pt x="7157" y="13952"/>
                  <a:pt x="7157" y="13889"/>
                </a:cubicBezTo>
                <a:cubicBezTo>
                  <a:pt x="7157" y="13827"/>
                  <a:pt x="7105" y="13776"/>
                  <a:pt x="7045" y="13776"/>
                </a:cubicBezTo>
                <a:close/>
                <a:moveTo>
                  <a:pt x="16995" y="10763"/>
                </a:moveTo>
                <a:cubicBezTo>
                  <a:pt x="16933" y="10763"/>
                  <a:pt x="16882" y="10815"/>
                  <a:pt x="16882" y="10876"/>
                </a:cubicBezTo>
                <a:cubicBezTo>
                  <a:pt x="16882" y="10939"/>
                  <a:pt x="16933" y="10991"/>
                  <a:pt x="16995" y="10991"/>
                </a:cubicBezTo>
                <a:cubicBezTo>
                  <a:pt x="17019" y="10991"/>
                  <a:pt x="17040" y="10983"/>
                  <a:pt x="17056" y="10971"/>
                </a:cubicBezTo>
                <a:lnTo>
                  <a:pt x="17702" y="11627"/>
                </a:lnTo>
                <a:lnTo>
                  <a:pt x="17702" y="16812"/>
                </a:lnTo>
                <a:lnTo>
                  <a:pt x="20804" y="19970"/>
                </a:lnTo>
                <a:lnTo>
                  <a:pt x="20830" y="19942"/>
                </a:lnTo>
                <a:lnTo>
                  <a:pt x="17738" y="16795"/>
                </a:lnTo>
                <a:lnTo>
                  <a:pt x="17738" y="11610"/>
                </a:lnTo>
                <a:lnTo>
                  <a:pt x="17743" y="11610"/>
                </a:lnTo>
                <a:lnTo>
                  <a:pt x="17086" y="10941"/>
                </a:lnTo>
                <a:cubicBezTo>
                  <a:pt x="17097" y="10923"/>
                  <a:pt x="17105" y="10900"/>
                  <a:pt x="17105" y="10876"/>
                </a:cubicBezTo>
                <a:cubicBezTo>
                  <a:pt x="17105" y="10815"/>
                  <a:pt x="17055" y="10763"/>
                  <a:pt x="16995" y="10763"/>
                </a:cubicBezTo>
                <a:close/>
                <a:moveTo>
                  <a:pt x="15047" y="19824"/>
                </a:moveTo>
                <a:cubicBezTo>
                  <a:pt x="15087" y="19824"/>
                  <a:pt x="15120" y="19857"/>
                  <a:pt x="15120" y="19899"/>
                </a:cubicBezTo>
                <a:cubicBezTo>
                  <a:pt x="15120" y="19940"/>
                  <a:pt x="15087" y="19973"/>
                  <a:pt x="15047" y="19973"/>
                </a:cubicBezTo>
                <a:cubicBezTo>
                  <a:pt x="15006" y="19973"/>
                  <a:pt x="14973" y="19940"/>
                  <a:pt x="14973" y="19899"/>
                </a:cubicBezTo>
                <a:cubicBezTo>
                  <a:pt x="14977" y="19857"/>
                  <a:pt x="15009" y="19824"/>
                  <a:pt x="15047" y="19824"/>
                </a:cubicBezTo>
                <a:close/>
                <a:moveTo>
                  <a:pt x="15047" y="19782"/>
                </a:moveTo>
                <a:cubicBezTo>
                  <a:pt x="14986" y="19782"/>
                  <a:pt x="14936" y="19834"/>
                  <a:pt x="14936" y="19895"/>
                </a:cubicBezTo>
                <a:cubicBezTo>
                  <a:pt x="14936" y="19960"/>
                  <a:pt x="14986" y="20010"/>
                  <a:pt x="15047" y="20010"/>
                </a:cubicBezTo>
                <a:cubicBezTo>
                  <a:pt x="15108" y="20010"/>
                  <a:pt x="15159" y="19958"/>
                  <a:pt x="15159" y="19895"/>
                </a:cubicBezTo>
                <a:cubicBezTo>
                  <a:pt x="15159" y="19834"/>
                  <a:pt x="15108" y="19782"/>
                  <a:pt x="15047" y="19782"/>
                </a:cubicBezTo>
                <a:close/>
                <a:moveTo>
                  <a:pt x="11746" y="19919"/>
                </a:moveTo>
                <a:cubicBezTo>
                  <a:pt x="11787" y="19919"/>
                  <a:pt x="11820" y="19952"/>
                  <a:pt x="11820" y="19993"/>
                </a:cubicBezTo>
                <a:cubicBezTo>
                  <a:pt x="11820" y="20035"/>
                  <a:pt x="11787" y="20068"/>
                  <a:pt x="11746" y="20068"/>
                </a:cubicBezTo>
                <a:cubicBezTo>
                  <a:pt x="11706" y="20068"/>
                  <a:pt x="11673" y="20035"/>
                  <a:pt x="11673" y="19993"/>
                </a:cubicBezTo>
                <a:cubicBezTo>
                  <a:pt x="11673" y="19952"/>
                  <a:pt x="11706" y="19919"/>
                  <a:pt x="11746" y="19919"/>
                </a:cubicBezTo>
                <a:close/>
                <a:moveTo>
                  <a:pt x="10496" y="6382"/>
                </a:moveTo>
                <a:lnTo>
                  <a:pt x="10496" y="9409"/>
                </a:lnTo>
                <a:lnTo>
                  <a:pt x="12456" y="11402"/>
                </a:lnTo>
                <a:lnTo>
                  <a:pt x="12456" y="12173"/>
                </a:lnTo>
                <a:lnTo>
                  <a:pt x="12907" y="12631"/>
                </a:lnTo>
                <a:lnTo>
                  <a:pt x="12907" y="18778"/>
                </a:lnTo>
                <a:lnTo>
                  <a:pt x="11808" y="19900"/>
                </a:lnTo>
                <a:cubicBezTo>
                  <a:pt x="11790" y="19887"/>
                  <a:pt x="11767" y="19879"/>
                  <a:pt x="11746" y="19879"/>
                </a:cubicBezTo>
                <a:cubicBezTo>
                  <a:pt x="11684" y="19879"/>
                  <a:pt x="11634" y="19932"/>
                  <a:pt x="11634" y="19993"/>
                </a:cubicBezTo>
                <a:cubicBezTo>
                  <a:pt x="11634" y="20056"/>
                  <a:pt x="11684" y="20108"/>
                  <a:pt x="11746" y="20108"/>
                </a:cubicBezTo>
                <a:cubicBezTo>
                  <a:pt x="11807" y="20108"/>
                  <a:pt x="11857" y="20056"/>
                  <a:pt x="11857" y="19993"/>
                </a:cubicBezTo>
                <a:cubicBezTo>
                  <a:pt x="11857" y="19968"/>
                  <a:pt x="11849" y="19945"/>
                  <a:pt x="11837" y="19929"/>
                </a:cubicBezTo>
                <a:lnTo>
                  <a:pt x="12946" y="18795"/>
                </a:lnTo>
                <a:lnTo>
                  <a:pt x="12946" y="12612"/>
                </a:lnTo>
                <a:lnTo>
                  <a:pt x="12495" y="12153"/>
                </a:lnTo>
                <a:lnTo>
                  <a:pt x="12495" y="11383"/>
                </a:lnTo>
                <a:lnTo>
                  <a:pt x="10536" y="9389"/>
                </a:lnTo>
                <a:lnTo>
                  <a:pt x="10536" y="6382"/>
                </a:lnTo>
                <a:close/>
                <a:moveTo>
                  <a:pt x="6955" y="14588"/>
                </a:moveTo>
                <a:cubicBezTo>
                  <a:pt x="6894" y="14588"/>
                  <a:pt x="6843" y="14639"/>
                  <a:pt x="6843" y="14700"/>
                </a:cubicBezTo>
                <a:cubicBezTo>
                  <a:pt x="6843" y="14757"/>
                  <a:pt x="6884" y="14803"/>
                  <a:pt x="6934" y="14813"/>
                </a:cubicBezTo>
                <a:lnTo>
                  <a:pt x="6934" y="15253"/>
                </a:lnTo>
                <a:lnTo>
                  <a:pt x="5636" y="16584"/>
                </a:lnTo>
                <a:lnTo>
                  <a:pt x="5629" y="16591"/>
                </a:lnTo>
                <a:lnTo>
                  <a:pt x="5629" y="17129"/>
                </a:lnTo>
                <a:lnTo>
                  <a:pt x="4550" y="18234"/>
                </a:lnTo>
                <a:lnTo>
                  <a:pt x="4545" y="18241"/>
                </a:lnTo>
                <a:lnTo>
                  <a:pt x="4545" y="20564"/>
                </a:lnTo>
                <a:lnTo>
                  <a:pt x="4583" y="20564"/>
                </a:lnTo>
                <a:lnTo>
                  <a:pt x="4583" y="18256"/>
                </a:lnTo>
                <a:lnTo>
                  <a:pt x="5662" y="17148"/>
                </a:lnTo>
                <a:lnTo>
                  <a:pt x="5668" y="17144"/>
                </a:lnTo>
                <a:lnTo>
                  <a:pt x="5668" y="16607"/>
                </a:lnTo>
                <a:lnTo>
                  <a:pt x="6967" y="15276"/>
                </a:lnTo>
                <a:lnTo>
                  <a:pt x="6973" y="15270"/>
                </a:lnTo>
                <a:lnTo>
                  <a:pt x="6973" y="14813"/>
                </a:lnTo>
                <a:cubicBezTo>
                  <a:pt x="7029" y="14805"/>
                  <a:pt x="7068" y="14757"/>
                  <a:pt x="7068" y="14700"/>
                </a:cubicBezTo>
                <a:cubicBezTo>
                  <a:pt x="7068" y="14639"/>
                  <a:pt x="7016" y="14588"/>
                  <a:pt x="6955" y="14588"/>
                </a:cubicBezTo>
                <a:close/>
                <a:moveTo>
                  <a:pt x="6937" y="19517"/>
                </a:moveTo>
                <a:lnTo>
                  <a:pt x="6937" y="20588"/>
                </a:lnTo>
                <a:lnTo>
                  <a:pt x="6975" y="20588"/>
                </a:lnTo>
                <a:lnTo>
                  <a:pt x="6975" y="19517"/>
                </a:lnTo>
                <a:close/>
                <a:moveTo>
                  <a:pt x="12155" y="6319"/>
                </a:moveTo>
                <a:cubicBezTo>
                  <a:pt x="12093" y="6319"/>
                  <a:pt x="12042" y="6372"/>
                  <a:pt x="12042" y="6433"/>
                </a:cubicBezTo>
                <a:cubicBezTo>
                  <a:pt x="12042" y="6490"/>
                  <a:pt x="12083" y="6534"/>
                  <a:pt x="12134" y="6546"/>
                </a:cubicBezTo>
                <a:lnTo>
                  <a:pt x="12134" y="8880"/>
                </a:lnTo>
                <a:lnTo>
                  <a:pt x="14093" y="10873"/>
                </a:lnTo>
                <a:lnTo>
                  <a:pt x="14093" y="11643"/>
                </a:lnTo>
                <a:lnTo>
                  <a:pt x="14545" y="12101"/>
                </a:lnTo>
                <a:lnTo>
                  <a:pt x="14545" y="18845"/>
                </a:lnTo>
                <a:lnTo>
                  <a:pt x="14166" y="19232"/>
                </a:lnTo>
                <a:lnTo>
                  <a:pt x="14166" y="20616"/>
                </a:lnTo>
                <a:lnTo>
                  <a:pt x="14205" y="20616"/>
                </a:lnTo>
                <a:lnTo>
                  <a:pt x="14205" y="19246"/>
                </a:lnTo>
                <a:lnTo>
                  <a:pt x="14586" y="18861"/>
                </a:lnTo>
                <a:lnTo>
                  <a:pt x="14586" y="12085"/>
                </a:lnTo>
                <a:lnTo>
                  <a:pt x="14134" y="11627"/>
                </a:lnTo>
                <a:lnTo>
                  <a:pt x="14134" y="10856"/>
                </a:lnTo>
                <a:lnTo>
                  <a:pt x="12174" y="8863"/>
                </a:lnTo>
                <a:lnTo>
                  <a:pt x="12174" y="6546"/>
                </a:lnTo>
                <a:cubicBezTo>
                  <a:pt x="12228" y="6534"/>
                  <a:pt x="12267" y="6490"/>
                  <a:pt x="12267" y="6433"/>
                </a:cubicBezTo>
                <a:cubicBezTo>
                  <a:pt x="12267" y="6372"/>
                  <a:pt x="12215" y="6319"/>
                  <a:pt x="12155" y="6319"/>
                </a:cubicBezTo>
                <a:close/>
                <a:moveTo>
                  <a:pt x="11847" y="6008"/>
                </a:moveTo>
                <a:cubicBezTo>
                  <a:pt x="11787" y="6008"/>
                  <a:pt x="11735" y="6060"/>
                  <a:pt x="11735" y="6123"/>
                </a:cubicBezTo>
                <a:cubicBezTo>
                  <a:pt x="11735" y="6178"/>
                  <a:pt x="11776" y="6224"/>
                  <a:pt x="11828" y="6234"/>
                </a:cubicBezTo>
                <a:lnTo>
                  <a:pt x="11828" y="8981"/>
                </a:lnTo>
                <a:lnTo>
                  <a:pt x="13785" y="10974"/>
                </a:lnTo>
                <a:lnTo>
                  <a:pt x="13785" y="11744"/>
                </a:lnTo>
                <a:lnTo>
                  <a:pt x="14238" y="12203"/>
                </a:lnTo>
                <a:lnTo>
                  <a:pt x="14238" y="18747"/>
                </a:lnTo>
                <a:lnTo>
                  <a:pt x="13859" y="19135"/>
                </a:lnTo>
                <a:lnTo>
                  <a:pt x="13859" y="20617"/>
                </a:lnTo>
                <a:lnTo>
                  <a:pt x="13898" y="20617"/>
                </a:lnTo>
                <a:lnTo>
                  <a:pt x="13898" y="19152"/>
                </a:lnTo>
                <a:lnTo>
                  <a:pt x="14277" y="18763"/>
                </a:lnTo>
                <a:lnTo>
                  <a:pt x="14277" y="12186"/>
                </a:lnTo>
                <a:lnTo>
                  <a:pt x="13824" y="11728"/>
                </a:lnTo>
                <a:lnTo>
                  <a:pt x="13824" y="10958"/>
                </a:lnTo>
                <a:lnTo>
                  <a:pt x="11865" y="8964"/>
                </a:lnTo>
                <a:lnTo>
                  <a:pt x="11865" y="6234"/>
                </a:lnTo>
                <a:cubicBezTo>
                  <a:pt x="11919" y="6224"/>
                  <a:pt x="11959" y="6178"/>
                  <a:pt x="11959" y="6123"/>
                </a:cubicBezTo>
                <a:cubicBezTo>
                  <a:pt x="11959" y="6060"/>
                  <a:pt x="11909" y="6008"/>
                  <a:pt x="11847" y="6008"/>
                </a:cubicBezTo>
                <a:close/>
                <a:moveTo>
                  <a:pt x="5032" y="16348"/>
                </a:moveTo>
                <a:lnTo>
                  <a:pt x="5032" y="16505"/>
                </a:lnTo>
                <a:lnTo>
                  <a:pt x="3719" y="17851"/>
                </a:lnTo>
                <a:lnTo>
                  <a:pt x="3712" y="17857"/>
                </a:lnTo>
                <a:lnTo>
                  <a:pt x="3712" y="19934"/>
                </a:lnTo>
                <a:lnTo>
                  <a:pt x="4410" y="20639"/>
                </a:lnTo>
                <a:lnTo>
                  <a:pt x="4436" y="20609"/>
                </a:lnTo>
                <a:lnTo>
                  <a:pt x="3751" y="19915"/>
                </a:lnTo>
                <a:lnTo>
                  <a:pt x="3751" y="17874"/>
                </a:lnTo>
                <a:lnTo>
                  <a:pt x="5064" y="16526"/>
                </a:lnTo>
                <a:lnTo>
                  <a:pt x="5071" y="16521"/>
                </a:lnTo>
                <a:lnTo>
                  <a:pt x="5071" y="16348"/>
                </a:lnTo>
                <a:close/>
                <a:moveTo>
                  <a:pt x="14887" y="9298"/>
                </a:moveTo>
                <a:lnTo>
                  <a:pt x="14859" y="9326"/>
                </a:lnTo>
                <a:lnTo>
                  <a:pt x="16321" y="10812"/>
                </a:lnTo>
                <a:lnTo>
                  <a:pt x="16321" y="17480"/>
                </a:lnTo>
                <a:lnTo>
                  <a:pt x="19423" y="20641"/>
                </a:lnTo>
                <a:lnTo>
                  <a:pt x="19449" y="20612"/>
                </a:lnTo>
                <a:lnTo>
                  <a:pt x="16357" y="17464"/>
                </a:lnTo>
                <a:lnTo>
                  <a:pt x="16357" y="10797"/>
                </a:lnTo>
                <a:lnTo>
                  <a:pt x="14887" y="9298"/>
                </a:lnTo>
                <a:close/>
                <a:moveTo>
                  <a:pt x="7662" y="17643"/>
                </a:moveTo>
                <a:cubicBezTo>
                  <a:pt x="7600" y="17643"/>
                  <a:pt x="7549" y="17695"/>
                  <a:pt x="7549" y="17758"/>
                </a:cubicBezTo>
                <a:cubicBezTo>
                  <a:pt x="7549" y="17812"/>
                  <a:pt x="7590" y="17859"/>
                  <a:pt x="7640" y="17869"/>
                </a:cubicBezTo>
                <a:lnTo>
                  <a:pt x="7640" y="20654"/>
                </a:lnTo>
                <a:lnTo>
                  <a:pt x="7680" y="20654"/>
                </a:lnTo>
                <a:lnTo>
                  <a:pt x="7680" y="17869"/>
                </a:lnTo>
                <a:cubicBezTo>
                  <a:pt x="7735" y="17861"/>
                  <a:pt x="7772" y="17812"/>
                  <a:pt x="7772" y="17758"/>
                </a:cubicBezTo>
                <a:cubicBezTo>
                  <a:pt x="7772" y="17695"/>
                  <a:pt x="7722" y="17643"/>
                  <a:pt x="7662" y="17643"/>
                </a:cubicBezTo>
                <a:close/>
                <a:moveTo>
                  <a:pt x="7354" y="17331"/>
                </a:moveTo>
                <a:cubicBezTo>
                  <a:pt x="7292" y="17331"/>
                  <a:pt x="7242" y="17384"/>
                  <a:pt x="7242" y="17446"/>
                </a:cubicBezTo>
                <a:cubicBezTo>
                  <a:pt x="7242" y="17502"/>
                  <a:pt x="7283" y="17547"/>
                  <a:pt x="7333" y="17558"/>
                </a:cubicBezTo>
                <a:lnTo>
                  <a:pt x="7333" y="20656"/>
                </a:lnTo>
                <a:lnTo>
                  <a:pt x="7372" y="20656"/>
                </a:lnTo>
                <a:lnTo>
                  <a:pt x="7372" y="17558"/>
                </a:lnTo>
                <a:cubicBezTo>
                  <a:pt x="7426" y="17547"/>
                  <a:pt x="7466" y="17502"/>
                  <a:pt x="7466" y="17446"/>
                </a:cubicBezTo>
                <a:cubicBezTo>
                  <a:pt x="7466" y="17384"/>
                  <a:pt x="7414" y="17331"/>
                  <a:pt x="7354" y="17331"/>
                </a:cubicBezTo>
                <a:close/>
                <a:moveTo>
                  <a:pt x="7968" y="17957"/>
                </a:moveTo>
                <a:cubicBezTo>
                  <a:pt x="7907" y="17957"/>
                  <a:pt x="7857" y="18008"/>
                  <a:pt x="7857" y="18070"/>
                </a:cubicBezTo>
                <a:cubicBezTo>
                  <a:pt x="7858" y="18126"/>
                  <a:pt x="7899" y="18173"/>
                  <a:pt x="7950" y="18183"/>
                </a:cubicBezTo>
                <a:lnTo>
                  <a:pt x="7950" y="20656"/>
                </a:lnTo>
                <a:lnTo>
                  <a:pt x="7989" y="20656"/>
                </a:lnTo>
                <a:lnTo>
                  <a:pt x="7989" y="18183"/>
                </a:lnTo>
                <a:cubicBezTo>
                  <a:pt x="8041" y="18173"/>
                  <a:pt x="8080" y="18126"/>
                  <a:pt x="8080" y="18070"/>
                </a:cubicBezTo>
                <a:cubicBezTo>
                  <a:pt x="8080" y="18008"/>
                  <a:pt x="8029" y="17957"/>
                  <a:pt x="7968" y="17957"/>
                </a:cubicBezTo>
                <a:close/>
                <a:moveTo>
                  <a:pt x="7556" y="13758"/>
                </a:moveTo>
                <a:cubicBezTo>
                  <a:pt x="7484" y="13758"/>
                  <a:pt x="7426" y="13817"/>
                  <a:pt x="7426" y="13890"/>
                </a:cubicBezTo>
                <a:cubicBezTo>
                  <a:pt x="7426" y="13934"/>
                  <a:pt x="7445" y="13970"/>
                  <a:pt x="7478" y="13995"/>
                </a:cubicBezTo>
                <a:lnTo>
                  <a:pt x="7478" y="16792"/>
                </a:lnTo>
                <a:lnTo>
                  <a:pt x="8373" y="17700"/>
                </a:lnTo>
                <a:lnTo>
                  <a:pt x="8373" y="20656"/>
                </a:lnTo>
                <a:lnTo>
                  <a:pt x="8527" y="20656"/>
                </a:lnTo>
                <a:lnTo>
                  <a:pt x="8527" y="17630"/>
                </a:lnTo>
                <a:lnTo>
                  <a:pt x="7632" y="16724"/>
                </a:lnTo>
                <a:lnTo>
                  <a:pt x="7632" y="13995"/>
                </a:lnTo>
                <a:cubicBezTo>
                  <a:pt x="7665" y="13970"/>
                  <a:pt x="7686" y="13934"/>
                  <a:pt x="7686" y="13890"/>
                </a:cubicBezTo>
                <a:cubicBezTo>
                  <a:pt x="7686" y="13817"/>
                  <a:pt x="7626" y="13758"/>
                  <a:pt x="7556" y="13758"/>
                </a:cubicBezTo>
                <a:close/>
                <a:moveTo>
                  <a:pt x="6955" y="15567"/>
                </a:moveTo>
                <a:cubicBezTo>
                  <a:pt x="6894" y="15567"/>
                  <a:pt x="6843" y="15618"/>
                  <a:pt x="6843" y="15680"/>
                </a:cubicBezTo>
                <a:cubicBezTo>
                  <a:pt x="6843" y="15703"/>
                  <a:pt x="6850" y="15726"/>
                  <a:pt x="6861" y="15743"/>
                </a:cubicBezTo>
                <a:cubicBezTo>
                  <a:pt x="5961" y="16666"/>
                  <a:pt x="5945" y="16682"/>
                  <a:pt x="5942" y="16682"/>
                </a:cubicBezTo>
                <a:lnTo>
                  <a:pt x="5940" y="16690"/>
                </a:lnTo>
                <a:lnTo>
                  <a:pt x="5940" y="17228"/>
                </a:lnTo>
                <a:lnTo>
                  <a:pt x="4863" y="18334"/>
                </a:lnTo>
                <a:lnTo>
                  <a:pt x="4856" y="18340"/>
                </a:lnTo>
                <a:lnTo>
                  <a:pt x="4856" y="20664"/>
                </a:lnTo>
                <a:lnTo>
                  <a:pt x="4892" y="20664"/>
                </a:lnTo>
                <a:lnTo>
                  <a:pt x="4892" y="18355"/>
                </a:lnTo>
                <a:lnTo>
                  <a:pt x="5971" y="17248"/>
                </a:lnTo>
                <a:lnTo>
                  <a:pt x="5977" y="17243"/>
                </a:lnTo>
                <a:lnTo>
                  <a:pt x="5977" y="16704"/>
                </a:lnTo>
                <a:cubicBezTo>
                  <a:pt x="5995" y="16687"/>
                  <a:pt x="6029" y="16654"/>
                  <a:pt x="6091" y="16589"/>
                </a:cubicBezTo>
                <a:lnTo>
                  <a:pt x="6890" y="15771"/>
                </a:lnTo>
                <a:cubicBezTo>
                  <a:pt x="6908" y="15786"/>
                  <a:pt x="6931" y="15794"/>
                  <a:pt x="6955" y="15794"/>
                </a:cubicBezTo>
                <a:cubicBezTo>
                  <a:pt x="7016" y="15794"/>
                  <a:pt x="7068" y="15743"/>
                  <a:pt x="7068" y="15680"/>
                </a:cubicBezTo>
                <a:cubicBezTo>
                  <a:pt x="7068" y="15618"/>
                  <a:pt x="7016" y="15567"/>
                  <a:pt x="6955" y="15567"/>
                </a:cubicBezTo>
                <a:close/>
                <a:moveTo>
                  <a:pt x="5883" y="18689"/>
                </a:moveTo>
                <a:cubicBezTo>
                  <a:pt x="5810" y="18690"/>
                  <a:pt x="5751" y="18750"/>
                  <a:pt x="5751" y="18823"/>
                </a:cubicBezTo>
                <a:cubicBezTo>
                  <a:pt x="5751" y="18866"/>
                  <a:pt x="5771" y="18905"/>
                  <a:pt x="5803" y="18929"/>
                </a:cubicBezTo>
                <a:lnTo>
                  <a:pt x="5803" y="20018"/>
                </a:lnTo>
                <a:lnTo>
                  <a:pt x="6459" y="20681"/>
                </a:lnTo>
                <a:lnTo>
                  <a:pt x="6568" y="20568"/>
                </a:lnTo>
                <a:lnTo>
                  <a:pt x="5961" y="19952"/>
                </a:lnTo>
                <a:lnTo>
                  <a:pt x="5961" y="18928"/>
                </a:lnTo>
                <a:cubicBezTo>
                  <a:pt x="5994" y="18901"/>
                  <a:pt x="6013" y="18865"/>
                  <a:pt x="6013" y="18822"/>
                </a:cubicBezTo>
                <a:cubicBezTo>
                  <a:pt x="6013" y="18749"/>
                  <a:pt x="5955" y="18689"/>
                  <a:pt x="5883" y="18689"/>
                </a:cubicBezTo>
                <a:close/>
                <a:moveTo>
                  <a:pt x="11538" y="5696"/>
                </a:moveTo>
                <a:cubicBezTo>
                  <a:pt x="11478" y="5696"/>
                  <a:pt x="11426" y="5749"/>
                  <a:pt x="11426" y="5811"/>
                </a:cubicBezTo>
                <a:cubicBezTo>
                  <a:pt x="11426" y="5867"/>
                  <a:pt x="11466" y="5912"/>
                  <a:pt x="11519" y="5924"/>
                </a:cubicBezTo>
                <a:lnTo>
                  <a:pt x="11519" y="9080"/>
                </a:lnTo>
                <a:lnTo>
                  <a:pt x="13476" y="11074"/>
                </a:lnTo>
                <a:lnTo>
                  <a:pt x="13476" y="11844"/>
                </a:lnTo>
                <a:lnTo>
                  <a:pt x="13929" y="12302"/>
                </a:lnTo>
                <a:lnTo>
                  <a:pt x="13929" y="18649"/>
                </a:lnTo>
                <a:lnTo>
                  <a:pt x="13549" y="19037"/>
                </a:lnTo>
                <a:lnTo>
                  <a:pt x="13549" y="20720"/>
                </a:lnTo>
                <a:lnTo>
                  <a:pt x="13588" y="20720"/>
                </a:lnTo>
                <a:lnTo>
                  <a:pt x="13588" y="19054"/>
                </a:lnTo>
                <a:lnTo>
                  <a:pt x="13968" y="18666"/>
                </a:lnTo>
                <a:lnTo>
                  <a:pt x="13968" y="12284"/>
                </a:lnTo>
                <a:lnTo>
                  <a:pt x="13515" y="11826"/>
                </a:lnTo>
                <a:lnTo>
                  <a:pt x="13515" y="11056"/>
                </a:lnTo>
                <a:lnTo>
                  <a:pt x="11556" y="9062"/>
                </a:lnTo>
                <a:lnTo>
                  <a:pt x="11556" y="5920"/>
                </a:lnTo>
                <a:cubicBezTo>
                  <a:pt x="11611" y="5912"/>
                  <a:pt x="11650" y="5867"/>
                  <a:pt x="11650" y="5811"/>
                </a:cubicBezTo>
                <a:cubicBezTo>
                  <a:pt x="11650" y="5749"/>
                  <a:pt x="11600" y="5696"/>
                  <a:pt x="11538" y="5696"/>
                </a:cubicBezTo>
                <a:close/>
                <a:moveTo>
                  <a:pt x="14412" y="9149"/>
                </a:moveTo>
                <a:cubicBezTo>
                  <a:pt x="14352" y="9149"/>
                  <a:pt x="14301" y="9202"/>
                  <a:pt x="14301" y="9263"/>
                </a:cubicBezTo>
                <a:cubicBezTo>
                  <a:pt x="14301" y="9326"/>
                  <a:pt x="14352" y="9378"/>
                  <a:pt x="14412" y="9378"/>
                </a:cubicBezTo>
                <a:cubicBezTo>
                  <a:pt x="14436" y="9378"/>
                  <a:pt x="14459" y="9369"/>
                  <a:pt x="14475" y="9356"/>
                </a:cubicBezTo>
                <a:lnTo>
                  <a:pt x="16012" y="10918"/>
                </a:lnTo>
                <a:lnTo>
                  <a:pt x="16012" y="17583"/>
                </a:lnTo>
                <a:lnTo>
                  <a:pt x="19113" y="20742"/>
                </a:lnTo>
                <a:lnTo>
                  <a:pt x="19139" y="20714"/>
                </a:lnTo>
                <a:lnTo>
                  <a:pt x="16047" y="17567"/>
                </a:lnTo>
                <a:lnTo>
                  <a:pt x="16047" y="10900"/>
                </a:lnTo>
                <a:lnTo>
                  <a:pt x="14501" y="9328"/>
                </a:lnTo>
                <a:cubicBezTo>
                  <a:pt x="14514" y="9310"/>
                  <a:pt x="14523" y="9286"/>
                  <a:pt x="14523" y="9263"/>
                </a:cubicBezTo>
                <a:cubicBezTo>
                  <a:pt x="14523" y="9198"/>
                  <a:pt x="14474" y="9149"/>
                  <a:pt x="14412" y="9149"/>
                </a:cubicBezTo>
                <a:close/>
                <a:moveTo>
                  <a:pt x="6955" y="15978"/>
                </a:moveTo>
                <a:cubicBezTo>
                  <a:pt x="6894" y="15978"/>
                  <a:pt x="6843" y="16031"/>
                  <a:pt x="6843" y="16093"/>
                </a:cubicBezTo>
                <a:cubicBezTo>
                  <a:pt x="6843" y="16116"/>
                  <a:pt x="6850" y="16139"/>
                  <a:pt x="6861" y="16156"/>
                </a:cubicBezTo>
                <a:lnTo>
                  <a:pt x="6246" y="16787"/>
                </a:lnTo>
                <a:lnTo>
                  <a:pt x="6246" y="17323"/>
                </a:lnTo>
                <a:lnTo>
                  <a:pt x="5167" y="18430"/>
                </a:lnTo>
                <a:lnTo>
                  <a:pt x="5160" y="18435"/>
                </a:lnTo>
                <a:lnTo>
                  <a:pt x="5160" y="20758"/>
                </a:lnTo>
                <a:lnTo>
                  <a:pt x="5201" y="20758"/>
                </a:lnTo>
                <a:lnTo>
                  <a:pt x="5201" y="18451"/>
                </a:lnTo>
                <a:lnTo>
                  <a:pt x="6280" y="17346"/>
                </a:lnTo>
                <a:lnTo>
                  <a:pt x="6287" y="17339"/>
                </a:lnTo>
                <a:lnTo>
                  <a:pt x="6287" y="16803"/>
                </a:lnTo>
                <a:lnTo>
                  <a:pt x="6890" y="16184"/>
                </a:lnTo>
                <a:cubicBezTo>
                  <a:pt x="6908" y="16199"/>
                  <a:pt x="6931" y="16207"/>
                  <a:pt x="6955" y="16207"/>
                </a:cubicBezTo>
                <a:cubicBezTo>
                  <a:pt x="7016" y="16207"/>
                  <a:pt x="7068" y="16156"/>
                  <a:pt x="7068" y="16093"/>
                </a:cubicBezTo>
                <a:cubicBezTo>
                  <a:pt x="7068" y="16031"/>
                  <a:pt x="7016" y="15978"/>
                  <a:pt x="6955" y="15978"/>
                </a:cubicBezTo>
                <a:close/>
                <a:moveTo>
                  <a:pt x="11213" y="6664"/>
                </a:moveTo>
                <a:lnTo>
                  <a:pt x="11213" y="9178"/>
                </a:lnTo>
                <a:lnTo>
                  <a:pt x="13172" y="11172"/>
                </a:lnTo>
                <a:lnTo>
                  <a:pt x="13172" y="11942"/>
                </a:lnTo>
                <a:lnTo>
                  <a:pt x="13623" y="12400"/>
                </a:lnTo>
                <a:lnTo>
                  <a:pt x="13623" y="18548"/>
                </a:lnTo>
                <a:lnTo>
                  <a:pt x="13245" y="18936"/>
                </a:lnTo>
                <a:lnTo>
                  <a:pt x="13245" y="20815"/>
                </a:lnTo>
                <a:lnTo>
                  <a:pt x="13284" y="20815"/>
                </a:lnTo>
                <a:lnTo>
                  <a:pt x="13284" y="18953"/>
                </a:lnTo>
                <a:lnTo>
                  <a:pt x="13662" y="18564"/>
                </a:lnTo>
                <a:lnTo>
                  <a:pt x="13662" y="12383"/>
                </a:lnTo>
                <a:lnTo>
                  <a:pt x="13209" y="11925"/>
                </a:lnTo>
                <a:lnTo>
                  <a:pt x="13209" y="11155"/>
                </a:lnTo>
                <a:lnTo>
                  <a:pt x="11252" y="9162"/>
                </a:lnTo>
                <a:lnTo>
                  <a:pt x="11252" y="6664"/>
                </a:lnTo>
                <a:close/>
                <a:moveTo>
                  <a:pt x="9627" y="15187"/>
                </a:moveTo>
                <a:cubicBezTo>
                  <a:pt x="9567" y="15187"/>
                  <a:pt x="9517" y="15238"/>
                  <a:pt x="9517" y="15301"/>
                </a:cubicBezTo>
                <a:cubicBezTo>
                  <a:pt x="9517" y="15356"/>
                  <a:pt x="9558" y="15402"/>
                  <a:pt x="9608" y="15412"/>
                </a:cubicBezTo>
                <a:lnTo>
                  <a:pt x="9608" y="16244"/>
                </a:lnTo>
                <a:lnTo>
                  <a:pt x="10059" y="16704"/>
                </a:lnTo>
                <a:lnTo>
                  <a:pt x="10059" y="20817"/>
                </a:lnTo>
                <a:lnTo>
                  <a:pt x="10098" y="20817"/>
                </a:lnTo>
                <a:lnTo>
                  <a:pt x="10098" y="16684"/>
                </a:lnTo>
                <a:lnTo>
                  <a:pt x="9649" y="16227"/>
                </a:lnTo>
                <a:lnTo>
                  <a:pt x="9649" y="15412"/>
                </a:lnTo>
                <a:cubicBezTo>
                  <a:pt x="9701" y="15402"/>
                  <a:pt x="9740" y="15356"/>
                  <a:pt x="9740" y="15301"/>
                </a:cubicBezTo>
                <a:cubicBezTo>
                  <a:pt x="9740" y="15238"/>
                  <a:pt x="9689" y="15187"/>
                  <a:pt x="9627" y="15187"/>
                </a:cubicBezTo>
                <a:close/>
                <a:moveTo>
                  <a:pt x="9012" y="14554"/>
                </a:moveTo>
                <a:cubicBezTo>
                  <a:pt x="8950" y="14554"/>
                  <a:pt x="8900" y="14606"/>
                  <a:pt x="8900" y="14667"/>
                </a:cubicBezTo>
                <a:cubicBezTo>
                  <a:pt x="8900" y="14724"/>
                  <a:pt x="8941" y="14770"/>
                  <a:pt x="8991" y="14780"/>
                </a:cubicBezTo>
                <a:lnTo>
                  <a:pt x="8991" y="17198"/>
                </a:lnTo>
                <a:lnTo>
                  <a:pt x="9445" y="17658"/>
                </a:lnTo>
                <a:lnTo>
                  <a:pt x="9445" y="20823"/>
                </a:lnTo>
                <a:lnTo>
                  <a:pt x="9484" y="20823"/>
                </a:lnTo>
                <a:lnTo>
                  <a:pt x="9484" y="17641"/>
                </a:lnTo>
                <a:lnTo>
                  <a:pt x="9032" y="17182"/>
                </a:lnTo>
                <a:lnTo>
                  <a:pt x="9032" y="14780"/>
                </a:lnTo>
                <a:cubicBezTo>
                  <a:pt x="9086" y="14770"/>
                  <a:pt x="9123" y="14724"/>
                  <a:pt x="9123" y="14667"/>
                </a:cubicBezTo>
                <a:cubicBezTo>
                  <a:pt x="9123" y="14606"/>
                  <a:pt x="9072" y="14554"/>
                  <a:pt x="9012" y="14554"/>
                </a:cubicBezTo>
                <a:close/>
                <a:moveTo>
                  <a:pt x="9318" y="14871"/>
                </a:moveTo>
                <a:cubicBezTo>
                  <a:pt x="9258" y="14871"/>
                  <a:pt x="9208" y="14923"/>
                  <a:pt x="9208" y="14986"/>
                </a:cubicBezTo>
                <a:cubicBezTo>
                  <a:pt x="9208" y="15041"/>
                  <a:pt x="9248" y="15087"/>
                  <a:pt x="9299" y="15097"/>
                </a:cubicBezTo>
                <a:lnTo>
                  <a:pt x="9299" y="17102"/>
                </a:lnTo>
                <a:lnTo>
                  <a:pt x="9749" y="17560"/>
                </a:lnTo>
                <a:lnTo>
                  <a:pt x="9749" y="20823"/>
                </a:lnTo>
                <a:lnTo>
                  <a:pt x="9789" y="20823"/>
                </a:lnTo>
                <a:lnTo>
                  <a:pt x="9789" y="17542"/>
                </a:lnTo>
                <a:lnTo>
                  <a:pt x="9339" y="17085"/>
                </a:lnTo>
                <a:lnTo>
                  <a:pt x="9339" y="15097"/>
                </a:lnTo>
                <a:cubicBezTo>
                  <a:pt x="9392" y="15087"/>
                  <a:pt x="9431" y="15041"/>
                  <a:pt x="9431" y="14986"/>
                </a:cubicBezTo>
                <a:cubicBezTo>
                  <a:pt x="9431" y="14923"/>
                  <a:pt x="9380" y="14871"/>
                  <a:pt x="9318" y="14871"/>
                </a:cubicBezTo>
                <a:close/>
                <a:moveTo>
                  <a:pt x="14010" y="9147"/>
                </a:moveTo>
                <a:cubicBezTo>
                  <a:pt x="13948" y="9147"/>
                  <a:pt x="13898" y="9198"/>
                  <a:pt x="13898" y="9261"/>
                </a:cubicBezTo>
                <a:cubicBezTo>
                  <a:pt x="13898" y="9323"/>
                  <a:pt x="13948" y="9376"/>
                  <a:pt x="14010" y="9376"/>
                </a:cubicBezTo>
                <a:cubicBezTo>
                  <a:pt x="14034" y="9376"/>
                  <a:pt x="14057" y="9368"/>
                  <a:pt x="14073" y="9354"/>
                </a:cubicBezTo>
                <a:lnTo>
                  <a:pt x="15701" y="11009"/>
                </a:lnTo>
                <a:lnTo>
                  <a:pt x="15701" y="17680"/>
                </a:lnTo>
                <a:lnTo>
                  <a:pt x="15702" y="17680"/>
                </a:lnTo>
                <a:lnTo>
                  <a:pt x="18798" y="20833"/>
                </a:lnTo>
                <a:lnTo>
                  <a:pt x="18825" y="20805"/>
                </a:lnTo>
                <a:lnTo>
                  <a:pt x="15738" y="17663"/>
                </a:lnTo>
                <a:lnTo>
                  <a:pt x="15738" y="10994"/>
                </a:lnTo>
                <a:lnTo>
                  <a:pt x="14101" y="9326"/>
                </a:lnTo>
                <a:cubicBezTo>
                  <a:pt x="14114" y="9306"/>
                  <a:pt x="14122" y="9285"/>
                  <a:pt x="14122" y="9261"/>
                </a:cubicBezTo>
                <a:cubicBezTo>
                  <a:pt x="14122" y="9198"/>
                  <a:pt x="14070" y="9147"/>
                  <a:pt x="14010" y="9147"/>
                </a:cubicBezTo>
                <a:close/>
                <a:moveTo>
                  <a:pt x="6955" y="16390"/>
                </a:moveTo>
                <a:cubicBezTo>
                  <a:pt x="6894" y="16390"/>
                  <a:pt x="6843" y="16441"/>
                  <a:pt x="6843" y="16505"/>
                </a:cubicBezTo>
                <a:cubicBezTo>
                  <a:pt x="6843" y="16529"/>
                  <a:pt x="6851" y="16551"/>
                  <a:pt x="6864" y="16568"/>
                </a:cubicBezTo>
                <a:lnTo>
                  <a:pt x="6555" y="16886"/>
                </a:lnTo>
                <a:lnTo>
                  <a:pt x="6555" y="17422"/>
                </a:lnTo>
                <a:lnTo>
                  <a:pt x="5476" y="18529"/>
                </a:lnTo>
                <a:lnTo>
                  <a:pt x="5470" y="18534"/>
                </a:lnTo>
                <a:lnTo>
                  <a:pt x="5470" y="20858"/>
                </a:lnTo>
                <a:lnTo>
                  <a:pt x="5509" y="20858"/>
                </a:lnTo>
                <a:lnTo>
                  <a:pt x="5509" y="18551"/>
                </a:lnTo>
                <a:lnTo>
                  <a:pt x="6588" y="17446"/>
                </a:lnTo>
                <a:lnTo>
                  <a:pt x="6592" y="17439"/>
                </a:lnTo>
                <a:lnTo>
                  <a:pt x="6592" y="16903"/>
                </a:lnTo>
                <a:lnTo>
                  <a:pt x="6892" y="16597"/>
                </a:lnTo>
                <a:cubicBezTo>
                  <a:pt x="6910" y="16609"/>
                  <a:pt x="6933" y="16617"/>
                  <a:pt x="6955" y="16617"/>
                </a:cubicBezTo>
                <a:cubicBezTo>
                  <a:pt x="7016" y="16617"/>
                  <a:pt x="7068" y="16566"/>
                  <a:pt x="7068" y="16505"/>
                </a:cubicBezTo>
                <a:cubicBezTo>
                  <a:pt x="7068" y="16441"/>
                  <a:pt x="7016" y="16390"/>
                  <a:pt x="6955" y="16390"/>
                </a:cubicBezTo>
                <a:close/>
                <a:moveTo>
                  <a:pt x="10516" y="9696"/>
                </a:moveTo>
                <a:cubicBezTo>
                  <a:pt x="10456" y="9696"/>
                  <a:pt x="10405" y="9749"/>
                  <a:pt x="10405" y="9811"/>
                </a:cubicBezTo>
                <a:cubicBezTo>
                  <a:pt x="10405" y="9874"/>
                  <a:pt x="10456" y="9925"/>
                  <a:pt x="10516" y="9925"/>
                </a:cubicBezTo>
                <a:cubicBezTo>
                  <a:pt x="10542" y="9925"/>
                  <a:pt x="10563" y="9917"/>
                  <a:pt x="10580" y="9904"/>
                </a:cubicBezTo>
                <a:lnTo>
                  <a:pt x="12147" y="11499"/>
                </a:lnTo>
                <a:lnTo>
                  <a:pt x="12147" y="12269"/>
                </a:lnTo>
                <a:lnTo>
                  <a:pt x="12597" y="12729"/>
                </a:lnTo>
                <a:lnTo>
                  <a:pt x="12597" y="18679"/>
                </a:lnTo>
                <a:lnTo>
                  <a:pt x="11418" y="19885"/>
                </a:lnTo>
                <a:lnTo>
                  <a:pt x="11418" y="20916"/>
                </a:lnTo>
                <a:lnTo>
                  <a:pt x="11457" y="20916"/>
                </a:lnTo>
                <a:lnTo>
                  <a:pt x="11457" y="19902"/>
                </a:lnTo>
                <a:lnTo>
                  <a:pt x="12638" y="18695"/>
                </a:lnTo>
                <a:lnTo>
                  <a:pt x="12638" y="12712"/>
                </a:lnTo>
                <a:lnTo>
                  <a:pt x="12187" y="12252"/>
                </a:lnTo>
                <a:lnTo>
                  <a:pt x="12187" y="11484"/>
                </a:lnTo>
                <a:lnTo>
                  <a:pt x="10609" y="9875"/>
                </a:lnTo>
                <a:cubicBezTo>
                  <a:pt x="10620" y="9857"/>
                  <a:pt x="10628" y="9834"/>
                  <a:pt x="10628" y="9811"/>
                </a:cubicBezTo>
                <a:cubicBezTo>
                  <a:pt x="10628" y="9749"/>
                  <a:pt x="10578" y="9696"/>
                  <a:pt x="10516" y="9696"/>
                </a:cubicBezTo>
                <a:close/>
                <a:moveTo>
                  <a:pt x="16853" y="12335"/>
                </a:moveTo>
                <a:cubicBezTo>
                  <a:pt x="16781" y="12335"/>
                  <a:pt x="16723" y="12397"/>
                  <a:pt x="16723" y="12468"/>
                </a:cubicBezTo>
                <a:cubicBezTo>
                  <a:pt x="16723" y="12513"/>
                  <a:pt x="16744" y="12549"/>
                  <a:pt x="16777" y="12574"/>
                </a:cubicBezTo>
                <a:lnTo>
                  <a:pt x="16777" y="17343"/>
                </a:lnTo>
                <a:lnTo>
                  <a:pt x="20458" y="20973"/>
                </a:lnTo>
                <a:lnTo>
                  <a:pt x="20565" y="20858"/>
                </a:lnTo>
                <a:lnTo>
                  <a:pt x="16931" y="17276"/>
                </a:lnTo>
                <a:lnTo>
                  <a:pt x="16931" y="12574"/>
                </a:lnTo>
                <a:cubicBezTo>
                  <a:pt x="16964" y="12549"/>
                  <a:pt x="16983" y="12513"/>
                  <a:pt x="16983" y="12468"/>
                </a:cubicBezTo>
                <a:cubicBezTo>
                  <a:pt x="16983" y="12397"/>
                  <a:pt x="16925" y="12335"/>
                  <a:pt x="16853" y="12335"/>
                </a:cubicBezTo>
                <a:close/>
                <a:moveTo>
                  <a:pt x="12868" y="8878"/>
                </a:moveTo>
                <a:cubicBezTo>
                  <a:pt x="12798" y="8878"/>
                  <a:pt x="12737" y="8938"/>
                  <a:pt x="12737" y="9011"/>
                </a:cubicBezTo>
                <a:cubicBezTo>
                  <a:pt x="12737" y="9082"/>
                  <a:pt x="12798" y="9144"/>
                  <a:pt x="12868" y="9144"/>
                </a:cubicBezTo>
                <a:cubicBezTo>
                  <a:pt x="12874" y="9144"/>
                  <a:pt x="12881" y="9144"/>
                  <a:pt x="12887" y="9140"/>
                </a:cubicBezTo>
                <a:lnTo>
                  <a:pt x="14972" y="11251"/>
                </a:lnTo>
                <a:lnTo>
                  <a:pt x="14972" y="18340"/>
                </a:lnTo>
                <a:lnTo>
                  <a:pt x="14994" y="18364"/>
                </a:lnTo>
                <a:lnTo>
                  <a:pt x="16633" y="20023"/>
                </a:lnTo>
                <a:lnTo>
                  <a:pt x="17610" y="21011"/>
                </a:lnTo>
                <a:lnTo>
                  <a:pt x="17719" y="20900"/>
                </a:lnTo>
                <a:lnTo>
                  <a:pt x="16671" y="19841"/>
                </a:lnTo>
                <a:lnTo>
                  <a:pt x="15126" y="18276"/>
                </a:lnTo>
                <a:lnTo>
                  <a:pt x="15126" y="11187"/>
                </a:lnTo>
                <a:lnTo>
                  <a:pt x="12996" y="9029"/>
                </a:lnTo>
                <a:cubicBezTo>
                  <a:pt x="12996" y="9022"/>
                  <a:pt x="12998" y="9016"/>
                  <a:pt x="12998" y="9011"/>
                </a:cubicBezTo>
                <a:cubicBezTo>
                  <a:pt x="12998" y="8938"/>
                  <a:pt x="12939" y="8878"/>
                  <a:pt x="12868" y="8878"/>
                </a:cubicBezTo>
                <a:close/>
                <a:moveTo>
                  <a:pt x="10000" y="0"/>
                </a:moveTo>
                <a:cubicBezTo>
                  <a:pt x="9929" y="0"/>
                  <a:pt x="9870" y="60"/>
                  <a:pt x="9870" y="133"/>
                </a:cubicBezTo>
                <a:cubicBezTo>
                  <a:pt x="9870" y="176"/>
                  <a:pt x="9891" y="216"/>
                  <a:pt x="9924" y="239"/>
                </a:cubicBezTo>
                <a:lnTo>
                  <a:pt x="9924" y="10891"/>
                </a:lnTo>
                <a:lnTo>
                  <a:pt x="10618" y="11597"/>
                </a:lnTo>
                <a:lnTo>
                  <a:pt x="10618" y="13361"/>
                </a:lnTo>
                <a:lnTo>
                  <a:pt x="11600" y="14355"/>
                </a:lnTo>
                <a:lnTo>
                  <a:pt x="11600" y="16101"/>
                </a:lnTo>
                <a:lnTo>
                  <a:pt x="11066" y="16647"/>
                </a:lnTo>
                <a:lnTo>
                  <a:pt x="11066" y="21047"/>
                </a:lnTo>
                <a:lnTo>
                  <a:pt x="11221" y="21047"/>
                </a:lnTo>
                <a:lnTo>
                  <a:pt x="11221" y="16712"/>
                </a:lnTo>
                <a:lnTo>
                  <a:pt x="11754" y="16164"/>
                </a:lnTo>
                <a:lnTo>
                  <a:pt x="11754" y="14285"/>
                </a:lnTo>
                <a:lnTo>
                  <a:pt x="10773" y="13293"/>
                </a:lnTo>
                <a:lnTo>
                  <a:pt x="10773" y="11529"/>
                </a:lnTo>
                <a:lnTo>
                  <a:pt x="10078" y="10825"/>
                </a:lnTo>
                <a:lnTo>
                  <a:pt x="10078" y="239"/>
                </a:lnTo>
                <a:cubicBezTo>
                  <a:pt x="10111" y="214"/>
                  <a:pt x="10130" y="176"/>
                  <a:pt x="10130" y="133"/>
                </a:cubicBezTo>
                <a:cubicBezTo>
                  <a:pt x="10130" y="60"/>
                  <a:pt x="10072" y="0"/>
                  <a:pt x="10000" y="0"/>
                </a:cubicBezTo>
                <a:close/>
                <a:moveTo>
                  <a:pt x="7523" y="12450"/>
                </a:moveTo>
                <a:lnTo>
                  <a:pt x="4783" y="15268"/>
                </a:lnTo>
                <a:lnTo>
                  <a:pt x="4158" y="15268"/>
                </a:lnTo>
                <a:lnTo>
                  <a:pt x="2620" y="16848"/>
                </a:lnTo>
                <a:lnTo>
                  <a:pt x="2620" y="19691"/>
                </a:lnTo>
                <a:lnTo>
                  <a:pt x="4205" y="21296"/>
                </a:lnTo>
                <a:lnTo>
                  <a:pt x="4314" y="21183"/>
                </a:lnTo>
                <a:lnTo>
                  <a:pt x="2775" y="19626"/>
                </a:lnTo>
                <a:lnTo>
                  <a:pt x="2775" y="16913"/>
                </a:lnTo>
                <a:lnTo>
                  <a:pt x="4221" y="15426"/>
                </a:lnTo>
                <a:lnTo>
                  <a:pt x="4846" y="15426"/>
                </a:lnTo>
                <a:lnTo>
                  <a:pt x="7588" y="12607"/>
                </a:lnTo>
                <a:lnTo>
                  <a:pt x="8176" y="12607"/>
                </a:lnTo>
                <a:lnTo>
                  <a:pt x="8527" y="12964"/>
                </a:lnTo>
                <a:lnTo>
                  <a:pt x="8527" y="13205"/>
                </a:lnTo>
                <a:lnTo>
                  <a:pt x="10547" y="15248"/>
                </a:lnTo>
                <a:cubicBezTo>
                  <a:pt x="10547" y="15255"/>
                  <a:pt x="10545" y="15261"/>
                  <a:pt x="10545" y="15268"/>
                </a:cubicBezTo>
                <a:cubicBezTo>
                  <a:pt x="10545" y="15339"/>
                  <a:pt x="10604" y="15401"/>
                  <a:pt x="10675" y="15401"/>
                </a:cubicBezTo>
                <a:cubicBezTo>
                  <a:pt x="10747" y="15401"/>
                  <a:pt x="10806" y="15339"/>
                  <a:pt x="10806" y="15268"/>
                </a:cubicBezTo>
                <a:cubicBezTo>
                  <a:pt x="10806" y="15195"/>
                  <a:pt x="10747" y="15135"/>
                  <a:pt x="10675" y="15135"/>
                </a:cubicBezTo>
                <a:cubicBezTo>
                  <a:pt x="10669" y="15135"/>
                  <a:pt x="10662" y="15135"/>
                  <a:pt x="10658" y="15137"/>
                </a:cubicBezTo>
                <a:lnTo>
                  <a:pt x="8684" y="13139"/>
                </a:lnTo>
                <a:lnTo>
                  <a:pt x="8684" y="12896"/>
                </a:lnTo>
                <a:lnTo>
                  <a:pt x="8239" y="12450"/>
                </a:lnTo>
                <a:close/>
                <a:moveTo>
                  <a:pt x="1393" y="17495"/>
                </a:moveTo>
                <a:cubicBezTo>
                  <a:pt x="1333" y="17495"/>
                  <a:pt x="1282" y="17547"/>
                  <a:pt x="1282" y="17610"/>
                </a:cubicBezTo>
                <a:cubicBezTo>
                  <a:pt x="1282" y="17666"/>
                  <a:pt x="1323" y="17711"/>
                  <a:pt x="1374" y="17721"/>
                </a:cubicBezTo>
                <a:lnTo>
                  <a:pt x="1374" y="21598"/>
                </a:lnTo>
                <a:lnTo>
                  <a:pt x="1413" y="21598"/>
                </a:lnTo>
                <a:lnTo>
                  <a:pt x="1413" y="17721"/>
                </a:lnTo>
                <a:cubicBezTo>
                  <a:pt x="1466" y="17711"/>
                  <a:pt x="1505" y="17666"/>
                  <a:pt x="1505" y="17610"/>
                </a:cubicBezTo>
                <a:cubicBezTo>
                  <a:pt x="1505" y="17547"/>
                  <a:pt x="1455" y="17495"/>
                  <a:pt x="1393" y="17495"/>
                </a:cubicBezTo>
                <a:close/>
                <a:moveTo>
                  <a:pt x="1702" y="17495"/>
                </a:moveTo>
                <a:cubicBezTo>
                  <a:pt x="1642" y="17495"/>
                  <a:pt x="1592" y="17547"/>
                  <a:pt x="1592" y="17610"/>
                </a:cubicBezTo>
                <a:cubicBezTo>
                  <a:pt x="1592" y="17666"/>
                  <a:pt x="1632" y="17711"/>
                  <a:pt x="1683" y="17721"/>
                </a:cubicBezTo>
                <a:lnTo>
                  <a:pt x="1683" y="21598"/>
                </a:lnTo>
                <a:lnTo>
                  <a:pt x="1722" y="21598"/>
                </a:lnTo>
                <a:lnTo>
                  <a:pt x="1722" y="17721"/>
                </a:lnTo>
                <a:cubicBezTo>
                  <a:pt x="1774" y="17711"/>
                  <a:pt x="1815" y="17666"/>
                  <a:pt x="1815" y="17610"/>
                </a:cubicBezTo>
                <a:cubicBezTo>
                  <a:pt x="1815" y="17547"/>
                  <a:pt x="1764" y="17495"/>
                  <a:pt x="1702" y="17495"/>
                </a:cubicBezTo>
                <a:close/>
                <a:moveTo>
                  <a:pt x="2010" y="17495"/>
                </a:moveTo>
                <a:cubicBezTo>
                  <a:pt x="1948" y="17495"/>
                  <a:pt x="1898" y="17547"/>
                  <a:pt x="1898" y="17610"/>
                </a:cubicBezTo>
                <a:cubicBezTo>
                  <a:pt x="1898" y="17666"/>
                  <a:pt x="1938" y="17711"/>
                  <a:pt x="1989" y="17721"/>
                </a:cubicBezTo>
                <a:lnTo>
                  <a:pt x="1989" y="21600"/>
                </a:lnTo>
                <a:lnTo>
                  <a:pt x="2028" y="21600"/>
                </a:lnTo>
                <a:lnTo>
                  <a:pt x="2028" y="17721"/>
                </a:lnTo>
                <a:lnTo>
                  <a:pt x="2029" y="17721"/>
                </a:lnTo>
                <a:cubicBezTo>
                  <a:pt x="2083" y="17711"/>
                  <a:pt x="2122" y="17666"/>
                  <a:pt x="2122" y="17610"/>
                </a:cubicBezTo>
                <a:cubicBezTo>
                  <a:pt x="2122" y="17547"/>
                  <a:pt x="2070" y="17495"/>
                  <a:pt x="2010" y="17495"/>
                </a:cubicBezTo>
                <a:close/>
              </a:path>
            </a:pathLst>
          </a:custGeom>
          <a:solidFill>
            <a:schemeClr val="accent4">
              <a:lumOff val="44000"/>
            </a:schemeClr>
          </a:solidFill>
          <a:ln w="12700">
            <a:miter lim="400000"/>
          </a:ln>
        </p:spPr>
        <p:txBody>
          <a:bodyPr lIns="45719" rIns="45719" anchor="ctr"/>
          <a:lstStyle/>
          <a:p>
            <a:pPr>
              <a:defRPr>
                <a:solidFill>
                  <a:srgbClr val="000000"/>
                </a:solidFill>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ybersecurity Industry by Slidesgo">
  <a:themeElements>
    <a:clrScheme name="Cybersecurity Industry by Slidesgo">
      <a:dk1>
        <a:srgbClr val="3A3E5F"/>
      </a:dk1>
      <a:lt1>
        <a:srgbClr val="FFFFFF"/>
      </a:lt1>
      <a:dk2>
        <a:srgbClr val="A7A7A7"/>
      </a:dk2>
      <a:lt2>
        <a:srgbClr val="535353"/>
      </a:lt2>
      <a:accent1>
        <a:srgbClr val="0BA391"/>
      </a:accent1>
      <a:accent2>
        <a:srgbClr val="09607D"/>
      </a:accent2>
      <a:accent3>
        <a:srgbClr val="F8C430"/>
      </a:accent3>
      <a:accent4>
        <a:srgbClr val="8F8F8F"/>
      </a:accent4>
      <a:accent5>
        <a:srgbClr val="6E6E6E"/>
      </a:accent5>
      <a:accent6>
        <a:srgbClr val="4D4D4D"/>
      </a:accent6>
      <a:hlink>
        <a:srgbClr val="0000FF"/>
      </a:hlink>
      <a:folHlink>
        <a:srgbClr val="FF00FF"/>
      </a:folHlink>
    </a:clrScheme>
    <a:fontScheme name="Cybersecurity Industry by Slidesgo">
      <a:majorFont>
        <a:latin typeface="Helvetica"/>
        <a:ea typeface="Helvetica"/>
        <a:cs typeface="Helvetica"/>
      </a:majorFont>
      <a:minorFont>
        <a:latin typeface="Arial"/>
        <a:ea typeface="Arial"/>
        <a:cs typeface="Arial"/>
      </a:minorFont>
    </a:fontScheme>
    <a:fmtScheme name="Cybersecurity Industry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44000"/>
          </a:schemeClr>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ybersecurity Industry by Slidesgo">
  <a:themeElements>
    <a:clrScheme name="Cybersecurity Industry by Slidesgo">
      <a:dk1>
        <a:srgbClr val="000000"/>
      </a:dk1>
      <a:lt1>
        <a:srgbClr val="FFFFFF"/>
      </a:lt1>
      <a:dk2>
        <a:srgbClr val="A7A7A7"/>
      </a:dk2>
      <a:lt2>
        <a:srgbClr val="535353"/>
      </a:lt2>
      <a:accent1>
        <a:srgbClr val="0BA391"/>
      </a:accent1>
      <a:accent2>
        <a:srgbClr val="09607D"/>
      </a:accent2>
      <a:accent3>
        <a:srgbClr val="F8C430"/>
      </a:accent3>
      <a:accent4>
        <a:srgbClr val="8F8F8F"/>
      </a:accent4>
      <a:accent5>
        <a:srgbClr val="6E6E6E"/>
      </a:accent5>
      <a:accent6>
        <a:srgbClr val="4D4D4D"/>
      </a:accent6>
      <a:hlink>
        <a:srgbClr val="0000FF"/>
      </a:hlink>
      <a:folHlink>
        <a:srgbClr val="FF00FF"/>
      </a:folHlink>
    </a:clrScheme>
    <a:fontScheme name="Cybersecurity Industry by Slidesgo">
      <a:majorFont>
        <a:latin typeface="Helvetica"/>
        <a:ea typeface="Helvetica"/>
        <a:cs typeface="Helvetica"/>
      </a:majorFont>
      <a:minorFont>
        <a:latin typeface="Arial"/>
        <a:ea typeface="Arial"/>
        <a:cs typeface="Arial"/>
      </a:minorFont>
    </a:fontScheme>
    <a:fmtScheme name="Cybersecurity Industry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44000"/>
          </a:schemeClr>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A3E5F"/>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